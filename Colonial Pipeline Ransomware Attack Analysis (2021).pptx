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9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722"/>
  </p:normalViewPr>
  <p:slideViewPr>
    <p:cSldViewPr snapToGrid="0">
      <p:cViewPr varScale="1">
        <p:scale>
          <a:sx n="147" d="100"/>
          <a:sy n="147" d="100"/>
        </p:scale>
        <p:origin x="2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8EB2CF-731B-4075-8FE9-BE787333E5A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917211-A672-41D4-A878-EB8BB9F8851D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Ransomware attack (May 2021). </a:t>
          </a:r>
        </a:p>
      </dgm:t>
    </dgm:pt>
    <dgm:pt modelId="{F9D602B8-417C-4E65-AC7B-DBAC7EBCD193}" type="parTrans" cxnId="{7281A3AD-F4C8-41AB-8337-429495F3284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A60C76-A4DA-4F63-912E-7797023A02C7}" type="sibTrans" cxnId="{7281A3AD-F4C8-41AB-8337-429495F3284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737C1B-5829-40CF-A089-6CAC245BA527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Carried out by DarkSide group. </a:t>
          </a:r>
        </a:p>
      </dgm:t>
    </dgm:pt>
    <dgm:pt modelId="{B88084A9-DFF4-4161-9B06-8FDC339B927E}" type="parTrans" cxnId="{BC258262-F870-4C64-A141-AC768155FC3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60B2EF-D7D3-4997-ADB6-CE1E4ED3D285}" type="sibTrans" cxnId="{BC258262-F870-4C64-A141-AC768155FC3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C45526-2F71-46ED-B065-CEC4FA3F5E10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VPN Credentials Compromised. </a:t>
          </a:r>
        </a:p>
      </dgm:t>
    </dgm:pt>
    <dgm:pt modelId="{88F60460-6893-4B27-9320-43F220A1A8A9}" type="parTrans" cxnId="{05837158-5190-49BF-8723-617B549D86D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E661A4-7714-4A4D-BED2-1146E59FE250}" type="sibTrans" cxnId="{05837158-5190-49BF-8723-617B549D86D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8E0CAB-6882-49B2-B7A1-6B6AE7476B18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Hackers got details from the Dark Web. </a:t>
          </a:r>
        </a:p>
      </dgm:t>
    </dgm:pt>
    <dgm:pt modelId="{74E9C75D-4CF9-4783-9B50-B037A1F147FC}" type="parTrans" cxnId="{4C19D40E-C2E7-40DF-B707-E24C6D188A9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E38643-0E0C-47A1-996D-185C6942EA3A}" type="sibTrans" cxnId="{4C19D40E-C2E7-40DF-B707-E24C6D188A9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D9E0B8-2A07-4FA1-B94F-06EFE75FDD44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Mostly due to data breaches, reused passwords. </a:t>
          </a:r>
        </a:p>
      </dgm:t>
    </dgm:pt>
    <dgm:pt modelId="{C1E63512-AF89-4592-ABC8-59F721F03153}" type="parTrans" cxnId="{2E99ED67-3C0F-48AA-8A9C-E167E894951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3BB5A8-15A7-4C87-AD64-E6CD2C387607}" type="sibTrans" cxnId="{2E99ED67-3C0F-48AA-8A9C-E167E894951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E4F012-5711-4B23-8879-E54E5C91E307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IT systems were encrypted. </a:t>
          </a:r>
        </a:p>
      </dgm:t>
    </dgm:pt>
    <dgm:pt modelId="{E9D60E8F-6DCC-4987-AF51-490AB835BB9E}" type="parTrans" cxnId="{C87181A7-9410-4046-A9E4-82E6A1A40F0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FD5605-70E2-4FE1-9C26-A4E97287B712}" type="sibTrans" cxnId="{C87181A7-9410-4046-A9E4-82E6A1A40F0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F4E85C-535E-4C6C-BED8-83740EB7639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Operations were Shut Down. </a:t>
          </a:r>
        </a:p>
      </dgm:t>
    </dgm:pt>
    <dgm:pt modelId="{28D1033F-8198-4F28-ABCF-DE8F8FB86CA6}" type="parTrans" cxnId="{7C14C4F9-56CC-4848-AB8E-048109418B1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B3D1F6-7BBA-4A03-930C-20791AE14918}" type="sibTrans" cxnId="{7C14C4F9-56CC-4848-AB8E-048109418B1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67C5C1-6173-AC49-846B-12A51C92A890}" type="pres">
      <dgm:prSet presAssocID="{D78EB2CF-731B-4075-8FE9-BE787333E5AC}" presName="vert0" presStyleCnt="0">
        <dgm:presLayoutVars>
          <dgm:dir/>
          <dgm:animOne val="branch"/>
          <dgm:animLvl val="lvl"/>
        </dgm:presLayoutVars>
      </dgm:prSet>
      <dgm:spPr/>
    </dgm:pt>
    <dgm:pt modelId="{820603FE-222F-0F4C-95A2-803BC8AC1D52}" type="pres">
      <dgm:prSet presAssocID="{49917211-A672-41D4-A878-EB8BB9F8851D}" presName="thickLine" presStyleLbl="alignNode1" presStyleIdx="0" presStyleCnt="7"/>
      <dgm:spPr/>
    </dgm:pt>
    <dgm:pt modelId="{3B6D220E-15B6-2842-B15F-63ED05497FF1}" type="pres">
      <dgm:prSet presAssocID="{49917211-A672-41D4-A878-EB8BB9F8851D}" presName="horz1" presStyleCnt="0"/>
      <dgm:spPr/>
    </dgm:pt>
    <dgm:pt modelId="{3C9D7705-3D11-1347-BF55-1C81093D37C7}" type="pres">
      <dgm:prSet presAssocID="{49917211-A672-41D4-A878-EB8BB9F8851D}" presName="tx1" presStyleLbl="revTx" presStyleIdx="0" presStyleCnt="7"/>
      <dgm:spPr/>
    </dgm:pt>
    <dgm:pt modelId="{0D9817B8-18D1-5244-9C6C-A0CD28668BB2}" type="pres">
      <dgm:prSet presAssocID="{49917211-A672-41D4-A878-EB8BB9F8851D}" presName="vert1" presStyleCnt="0"/>
      <dgm:spPr/>
    </dgm:pt>
    <dgm:pt modelId="{6103843C-16C8-4245-8064-3B5EB85A95E4}" type="pres">
      <dgm:prSet presAssocID="{B3737C1B-5829-40CF-A089-6CAC245BA527}" presName="thickLine" presStyleLbl="alignNode1" presStyleIdx="1" presStyleCnt="7"/>
      <dgm:spPr/>
    </dgm:pt>
    <dgm:pt modelId="{6D65502D-82F2-A64C-8CA5-4713C8524248}" type="pres">
      <dgm:prSet presAssocID="{B3737C1B-5829-40CF-A089-6CAC245BA527}" presName="horz1" presStyleCnt="0"/>
      <dgm:spPr/>
    </dgm:pt>
    <dgm:pt modelId="{D8098B4A-2354-B943-AB96-49954BB66377}" type="pres">
      <dgm:prSet presAssocID="{B3737C1B-5829-40CF-A089-6CAC245BA527}" presName="tx1" presStyleLbl="revTx" presStyleIdx="1" presStyleCnt="7"/>
      <dgm:spPr/>
    </dgm:pt>
    <dgm:pt modelId="{C95114F4-F83F-944A-A20B-C2E45F048646}" type="pres">
      <dgm:prSet presAssocID="{B3737C1B-5829-40CF-A089-6CAC245BA527}" presName="vert1" presStyleCnt="0"/>
      <dgm:spPr/>
    </dgm:pt>
    <dgm:pt modelId="{5C96DB73-59CA-0A43-90A8-9916185E5365}" type="pres">
      <dgm:prSet presAssocID="{1FC45526-2F71-46ED-B065-CEC4FA3F5E10}" presName="thickLine" presStyleLbl="alignNode1" presStyleIdx="2" presStyleCnt="7"/>
      <dgm:spPr/>
    </dgm:pt>
    <dgm:pt modelId="{949DDC3B-40B4-EF47-A73C-0BB2D60EA35E}" type="pres">
      <dgm:prSet presAssocID="{1FC45526-2F71-46ED-B065-CEC4FA3F5E10}" presName="horz1" presStyleCnt="0"/>
      <dgm:spPr/>
    </dgm:pt>
    <dgm:pt modelId="{427F0FBF-6FA9-6D48-8036-7B5882926EBE}" type="pres">
      <dgm:prSet presAssocID="{1FC45526-2F71-46ED-B065-CEC4FA3F5E10}" presName="tx1" presStyleLbl="revTx" presStyleIdx="2" presStyleCnt="7"/>
      <dgm:spPr/>
    </dgm:pt>
    <dgm:pt modelId="{9EBE1F64-12BB-0649-8464-762BB3A778A5}" type="pres">
      <dgm:prSet presAssocID="{1FC45526-2F71-46ED-B065-CEC4FA3F5E10}" presName="vert1" presStyleCnt="0"/>
      <dgm:spPr/>
    </dgm:pt>
    <dgm:pt modelId="{C4D3A27E-EC5A-0247-87AD-E82FA9714B89}" type="pres">
      <dgm:prSet presAssocID="{EE8E0CAB-6882-49B2-B7A1-6B6AE7476B18}" presName="thickLine" presStyleLbl="alignNode1" presStyleIdx="3" presStyleCnt="7"/>
      <dgm:spPr/>
    </dgm:pt>
    <dgm:pt modelId="{AE8A91FD-F598-FD48-814E-0FB322391749}" type="pres">
      <dgm:prSet presAssocID="{EE8E0CAB-6882-49B2-B7A1-6B6AE7476B18}" presName="horz1" presStyleCnt="0"/>
      <dgm:spPr/>
    </dgm:pt>
    <dgm:pt modelId="{51852921-48D6-364A-BEB0-F07A203702A1}" type="pres">
      <dgm:prSet presAssocID="{EE8E0CAB-6882-49B2-B7A1-6B6AE7476B18}" presName="tx1" presStyleLbl="revTx" presStyleIdx="3" presStyleCnt="7"/>
      <dgm:spPr/>
    </dgm:pt>
    <dgm:pt modelId="{18AE4FF3-FE04-5442-AD83-4656D3FB4B43}" type="pres">
      <dgm:prSet presAssocID="{EE8E0CAB-6882-49B2-B7A1-6B6AE7476B18}" presName="vert1" presStyleCnt="0"/>
      <dgm:spPr/>
    </dgm:pt>
    <dgm:pt modelId="{A7A22DD2-9F85-244C-A231-7486A80D6114}" type="pres">
      <dgm:prSet presAssocID="{A7D9E0B8-2A07-4FA1-B94F-06EFE75FDD44}" presName="thickLine" presStyleLbl="alignNode1" presStyleIdx="4" presStyleCnt="7"/>
      <dgm:spPr/>
    </dgm:pt>
    <dgm:pt modelId="{FD316184-8362-6740-918B-F09F0351FC16}" type="pres">
      <dgm:prSet presAssocID="{A7D9E0B8-2A07-4FA1-B94F-06EFE75FDD44}" presName="horz1" presStyleCnt="0"/>
      <dgm:spPr/>
    </dgm:pt>
    <dgm:pt modelId="{064E896D-0961-5449-9C4E-09BB782051A9}" type="pres">
      <dgm:prSet presAssocID="{A7D9E0B8-2A07-4FA1-B94F-06EFE75FDD44}" presName="tx1" presStyleLbl="revTx" presStyleIdx="4" presStyleCnt="7"/>
      <dgm:spPr/>
    </dgm:pt>
    <dgm:pt modelId="{F3857ED5-D967-5E4C-90F9-EFBBBF910912}" type="pres">
      <dgm:prSet presAssocID="{A7D9E0B8-2A07-4FA1-B94F-06EFE75FDD44}" presName="vert1" presStyleCnt="0"/>
      <dgm:spPr/>
    </dgm:pt>
    <dgm:pt modelId="{FA2E5CE8-216F-FF43-ABEB-4AF9CAF5EC71}" type="pres">
      <dgm:prSet presAssocID="{5DE4F012-5711-4B23-8879-E54E5C91E307}" presName="thickLine" presStyleLbl="alignNode1" presStyleIdx="5" presStyleCnt="7"/>
      <dgm:spPr/>
    </dgm:pt>
    <dgm:pt modelId="{4B794424-AB86-FB48-966C-98816387A8FC}" type="pres">
      <dgm:prSet presAssocID="{5DE4F012-5711-4B23-8879-E54E5C91E307}" presName="horz1" presStyleCnt="0"/>
      <dgm:spPr/>
    </dgm:pt>
    <dgm:pt modelId="{9F103A7C-23EA-2C44-8A28-6D7FC0CCCA28}" type="pres">
      <dgm:prSet presAssocID="{5DE4F012-5711-4B23-8879-E54E5C91E307}" presName="tx1" presStyleLbl="revTx" presStyleIdx="5" presStyleCnt="7"/>
      <dgm:spPr/>
    </dgm:pt>
    <dgm:pt modelId="{4AD62DA8-64F9-9A45-8078-B56E589746EF}" type="pres">
      <dgm:prSet presAssocID="{5DE4F012-5711-4B23-8879-E54E5C91E307}" presName="vert1" presStyleCnt="0"/>
      <dgm:spPr/>
    </dgm:pt>
    <dgm:pt modelId="{1A299C28-CB42-394C-8D54-469B05F947B2}" type="pres">
      <dgm:prSet presAssocID="{78F4E85C-535E-4C6C-BED8-83740EB7639C}" presName="thickLine" presStyleLbl="alignNode1" presStyleIdx="6" presStyleCnt="7"/>
      <dgm:spPr/>
    </dgm:pt>
    <dgm:pt modelId="{EE56AAC1-ADEE-F94A-A1AB-A6C98BBDB4A5}" type="pres">
      <dgm:prSet presAssocID="{78F4E85C-535E-4C6C-BED8-83740EB7639C}" presName="horz1" presStyleCnt="0"/>
      <dgm:spPr/>
    </dgm:pt>
    <dgm:pt modelId="{0B5ADE55-16A2-2048-BD01-87412DC9569D}" type="pres">
      <dgm:prSet presAssocID="{78F4E85C-535E-4C6C-BED8-83740EB7639C}" presName="tx1" presStyleLbl="revTx" presStyleIdx="6" presStyleCnt="7"/>
      <dgm:spPr/>
    </dgm:pt>
    <dgm:pt modelId="{D3D57F9E-E3CB-FD40-ACFE-DF8140A6C288}" type="pres">
      <dgm:prSet presAssocID="{78F4E85C-535E-4C6C-BED8-83740EB7639C}" presName="vert1" presStyleCnt="0"/>
      <dgm:spPr/>
    </dgm:pt>
  </dgm:ptLst>
  <dgm:cxnLst>
    <dgm:cxn modelId="{33921C09-200B-1F45-9FF9-1821DD8CCE7B}" type="presOf" srcId="{A7D9E0B8-2A07-4FA1-B94F-06EFE75FDD44}" destId="{064E896D-0961-5449-9C4E-09BB782051A9}" srcOrd="0" destOrd="0" presId="urn:microsoft.com/office/officeart/2008/layout/LinedList"/>
    <dgm:cxn modelId="{4C19D40E-C2E7-40DF-B707-E24C6D188A94}" srcId="{D78EB2CF-731B-4075-8FE9-BE787333E5AC}" destId="{EE8E0CAB-6882-49B2-B7A1-6B6AE7476B18}" srcOrd="3" destOrd="0" parTransId="{74E9C75D-4CF9-4783-9B50-B037A1F147FC}" sibTransId="{2AE38643-0E0C-47A1-996D-185C6942EA3A}"/>
    <dgm:cxn modelId="{82E4243C-EF67-7248-9770-F9BDB6A96F4D}" type="presOf" srcId="{78F4E85C-535E-4C6C-BED8-83740EB7639C}" destId="{0B5ADE55-16A2-2048-BD01-87412DC9569D}" srcOrd="0" destOrd="0" presId="urn:microsoft.com/office/officeart/2008/layout/LinedList"/>
    <dgm:cxn modelId="{BFA30C57-1F01-734E-BDB6-A7ADFF06D32F}" type="presOf" srcId="{49917211-A672-41D4-A878-EB8BB9F8851D}" destId="{3C9D7705-3D11-1347-BF55-1C81093D37C7}" srcOrd="0" destOrd="0" presId="urn:microsoft.com/office/officeart/2008/layout/LinedList"/>
    <dgm:cxn modelId="{05837158-5190-49BF-8723-617B549D86D2}" srcId="{D78EB2CF-731B-4075-8FE9-BE787333E5AC}" destId="{1FC45526-2F71-46ED-B065-CEC4FA3F5E10}" srcOrd="2" destOrd="0" parTransId="{88F60460-6893-4B27-9320-43F220A1A8A9}" sibTransId="{C9E661A4-7714-4A4D-BED2-1146E59FE250}"/>
    <dgm:cxn modelId="{B969875A-89CE-1C47-89FE-D13513F820FD}" type="presOf" srcId="{B3737C1B-5829-40CF-A089-6CAC245BA527}" destId="{D8098B4A-2354-B943-AB96-49954BB66377}" srcOrd="0" destOrd="0" presId="urn:microsoft.com/office/officeart/2008/layout/LinedList"/>
    <dgm:cxn modelId="{BC258262-F870-4C64-A141-AC768155FC35}" srcId="{D78EB2CF-731B-4075-8FE9-BE787333E5AC}" destId="{B3737C1B-5829-40CF-A089-6CAC245BA527}" srcOrd="1" destOrd="0" parTransId="{B88084A9-DFF4-4161-9B06-8FDC339B927E}" sibTransId="{A160B2EF-D7D3-4997-ADB6-CE1E4ED3D285}"/>
    <dgm:cxn modelId="{2E99ED67-3C0F-48AA-8A9C-E167E8949511}" srcId="{D78EB2CF-731B-4075-8FE9-BE787333E5AC}" destId="{A7D9E0B8-2A07-4FA1-B94F-06EFE75FDD44}" srcOrd="4" destOrd="0" parTransId="{C1E63512-AF89-4592-ABC8-59F721F03153}" sibTransId="{683BB5A8-15A7-4C87-AD64-E6CD2C387607}"/>
    <dgm:cxn modelId="{5AADB996-3AE6-8440-8837-1B1BB6E058E3}" type="presOf" srcId="{5DE4F012-5711-4B23-8879-E54E5C91E307}" destId="{9F103A7C-23EA-2C44-8A28-6D7FC0CCCA28}" srcOrd="0" destOrd="0" presId="urn:microsoft.com/office/officeart/2008/layout/LinedList"/>
    <dgm:cxn modelId="{C87181A7-9410-4046-A9E4-82E6A1A40F04}" srcId="{D78EB2CF-731B-4075-8FE9-BE787333E5AC}" destId="{5DE4F012-5711-4B23-8879-E54E5C91E307}" srcOrd="5" destOrd="0" parTransId="{E9D60E8F-6DCC-4987-AF51-490AB835BB9E}" sibTransId="{F7FD5605-70E2-4FE1-9C26-A4E97287B712}"/>
    <dgm:cxn modelId="{D5427CA9-4D84-3947-B977-61A75A1C497E}" type="presOf" srcId="{1FC45526-2F71-46ED-B065-CEC4FA3F5E10}" destId="{427F0FBF-6FA9-6D48-8036-7B5882926EBE}" srcOrd="0" destOrd="0" presId="urn:microsoft.com/office/officeart/2008/layout/LinedList"/>
    <dgm:cxn modelId="{7281A3AD-F4C8-41AB-8337-429495F3284A}" srcId="{D78EB2CF-731B-4075-8FE9-BE787333E5AC}" destId="{49917211-A672-41D4-A878-EB8BB9F8851D}" srcOrd="0" destOrd="0" parTransId="{F9D602B8-417C-4E65-AC7B-DBAC7EBCD193}" sibTransId="{3DA60C76-A4DA-4F63-912E-7797023A02C7}"/>
    <dgm:cxn modelId="{47D8AACE-8CEB-CF46-8300-44FE0AD98A2A}" type="presOf" srcId="{D78EB2CF-731B-4075-8FE9-BE787333E5AC}" destId="{7767C5C1-6173-AC49-846B-12A51C92A890}" srcOrd="0" destOrd="0" presId="urn:microsoft.com/office/officeart/2008/layout/LinedList"/>
    <dgm:cxn modelId="{09BFAFCE-E9EC-3944-9665-8BB23FD7A1FD}" type="presOf" srcId="{EE8E0CAB-6882-49B2-B7A1-6B6AE7476B18}" destId="{51852921-48D6-364A-BEB0-F07A203702A1}" srcOrd="0" destOrd="0" presId="urn:microsoft.com/office/officeart/2008/layout/LinedList"/>
    <dgm:cxn modelId="{7C14C4F9-56CC-4848-AB8E-048109418B1D}" srcId="{D78EB2CF-731B-4075-8FE9-BE787333E5AC}" destId="{78F4E85C-535E-4C6C-BED8-83740EB7639C}" srcOrd="6" destOrd="0" parTransId="{28D1033F-8198-4F28-ABCF-DE8F8FB86CA6}" sibTransId="{B8B3D1F6-7BBA-4A03-930C-20791AE14918}"/>
    <dgm:cxn modelId="{DD9F71EF-F33F-C54C-82E8-2EF52A0C54EC}" type="presParOf" srcId="{7767C5C1-6173-AC49-846B-12A51C92A890}" destId="{820603FE-222F-0F4C-95A2-803BC8AC1D52}" srcOrd="0" destOrd="0" presId="urn:microsoft.com/office/officeart/2008/layout/LinedList"/>
    <dgm:cxn modelId="{5BE72F48-A3B9-784C-B89D-4A07B3D18585}" type="presParOf" srcId="{7767C5C1-6173-AC49-846B-12A51C92A890}" destId="{3B6D220E-15B6-2842-B15F-63ED05497FF1}" srcOrd="1" destOrd="0" presId="urn:microsoft.com/office/officeart/2008/layout/LinedList"/>
    <dgm:cxn modelId="{2B005A79-6414-A942-98D2-22683DFF060B}" type="presParOf" srcId="{3B6D220E-15B6-2842-B15F-63ED05497FF1}" destId="{3C9D7705-3D11-1347-BF55-1C81093D37C7}" srcOrd="0" destOrd="0" presId="urn:microsoft.com/office/officeart/2008/layout/LinedList"/>
    <dgm:cxn modelId="{D721E988-579D-144A-9B34-0E9142E7134D}" type="presParOf" srcId="{3B6D220E-15B6-2842-B15F-63ED05497FF1}" destId="{0D9817B8-18D1-5244-9C6C-A0CD28668BB2}" srcOrd="1" destOrd="0" presId="urn:microsoft.com/office/officeart/2008/layout/LinedList"/>
    <dgm:cxn modelId="{20EF3733-D444-2549-A4E7-9DBFCB639572}" type="presParOf" srcId="{7767C5C1-6173-AC49-846B-12A51C92A890}" destId="{6103843C-16C8-4245-8064-3B5EB85A95E4}" srcOrd="2" destOrd="0" presId="urn:microsoft.com/office/officeart/2008/layout/LinedList"/>
    <dgm:cxn modelId="{75903F28-8034-0D47-8542-4030A4C4FC99}" type="presParOf" srcId="{7767C5C1-6173-AC49-846B-12A51C92A890}" destId="{6D65502D-82F2-A64C-8CA5-4713C8524248}" srcOrd="3" destOrd="0" presId="urn:microsoft.com/office/officeart/2008/layout/LinedList"/>
    <dgm:cxn modelId="{F5121F4C-7DB1-2341-97A8-BCB590547A13}" type="presParOf" srcId="{6D65502D-82F2-A64C-8CA5-4713C8524248}" destId="{D8098B4A-2354-B943-AB96-49954BB66377}" srcOrd="0" destOrd="0" presId="urn:microsoft.com/office/officeart/2008/layout/LinedList"/>
    <dgm:cxn modelId="{B88DB66A-DE95-F94B-9F51-3FB289CF0AC5}" type="presParOf" srcId="{6D65502D-82F2-A64C-8CA5-4713C8524248}" destId="{C95114F4-F83F-944A-A20B-C2E45F048646}" srcOrd="1" destOrd="0" presId="urn:microsoft.com/office/officeart/2008/layout/LinedList"/>
    <dgm:cxn modelId="{903AD4CA-55BE-314A-AA08-9C78566ACF78}" type="presParOf" srcId="{7767C5C1-6173-AC49-846B-12A51C92A890}" destId="{5C96DB73-59CA-0A43-90A8-9916185E5365}" srcOrd="4" destOrd="0" presId="urn:microsoft.com/office/officeart/2008/layout/LinedList"/>
    <dgm:cxn modelId="{BEC38133-602A-4A4A-975F-F50A76E42584}" type="presParOf" srcId="{7767C5C1-6173-AC49-846B-12A51C92A890}" destId="{949DDC3B-40B4-EF47-A73C-0BB2D60EA35E}" srcOrd="5" destOrd="0" presId="urn:microsoft.com/office/officeart/2008/layout/LinedList"/>
    <dgm:cxn modelId="{91C28661-7BEC-9941-91E9-9F689C88F2DA}" type="presParOf" srcId="{949DDC3B-40B4-EF47-A73C-0BB2D60EA35E}" destId="{427F0FBF-6FA9-6D48-8036-7B5882926EBE}" srcOrd="0" destOrd="0" presId="urn:microsoft.com/office/officeart/2008/layout/LinedList"/>
    <dgm:cxn modelId="{F7AC2801-CFF9-3045-800F-E7D1BE899347}" type="presParOf" srcId="{949DDC3B-40B4-EF47-A73C-0BB2D60EA35E}" destId="{9EBE1F64-12BB-0649-8464-762BB3A778A5}" srcOrd="1" destOrd="0" presId="urn:microsoft.com/office/officeart/2008/layout/LinedList"/>
    <dgm:cxn modelId="{E2167254-C64D-8E45-AC79-A200FF46CF2D}" type="presParOf" srcId="{7767C5C1-6173-AC49-846B-12A51C92A890}" destId="{C4D3A27E-EC5A-0247-87AD-E82FA9714B89}" srcOrd="6" destOrd="0" presId="urn:microsoft.com/office/officeart/2008/layout/LinedList"/>
    <dgm:cxn modelId="{EAF61CE5-EF15-714A-8FFD-EAEC95A588EF}" type="presParOf" srcId="{7767C5C1-6173-AC49-846B-12A51C92A890}" destId="{AE8A91FD-F598-FD48-814E-0FB322391749}" srcOrd="7" destOrd="0" presId="urn:microsoft.com/office/officeart/2008/layout/LinedList"/>
    <dgm:cxn modelId="{A6EA4CBF-D3DD-2D47-A501-8CC55A34E252}" type="presParOf" srcId="{AE8A91FD-F598-FD48-814E-0FB322391749}" destId="{51852921-48D6-364A-BEB0-F07A203702A1}" srcOrd="0" destOrd="0" presId="urn:microsoft.com/office/officeart/2008/layout/LinedList"/>
    <dgm:cxn modelId="{B69B0C20-352D-5446-B1B4-16346FA2E952}" type="presParOf" srcId="{AE8A91FD-F598-FD48-814E-0FB322391749}" destId="{18AE4FF3-FE04-5442-AD83-4656D3FB4B43}" srcOrd="1" destOrd="0" presId="urn:microsoft.com/office/officeart/2008/layout/LinedList"/>
    <dgm:cxn modelId="{DADE1E45-CBF9-704A-B8EA-AFDDCFA95C1E}" type="presParOf" srcId="{7767C5C1-6173-AC49-846B-12A51C92A890}" destId="{A7A22DD2-9F85-244C-A231-7486A80D6114}" srcOrd="8" destOrd="0" presId="urn:microsoft.com/office/officeart/2008/layout/LinedList"/>
    <dgm:cxn modelId="{0E40F729-BE21-734A-BC5D-2016B751FD02}" type="presParOf" srcId="{7767C5C1-6173-AC49-846B-12A51C92A890}" destId="{FD316184-8362-6740-918B-F09F0351FC16}" srcOrd="9" destOrd="0" presId="urn:microsoft.com/office/officeart/2008/layout/LinedList"/>
    <dgm:cxn modelId="{8D21DFDD-E378-0244-B9C1-581317DE628F}" type="presParOf" srcId="{FD316184-8362-6740-918B-F09F0351FC16}" destId="{064E896D-0961-5449-9C4E-09BB782051A9}" srcOrd="0" destOrd="0" presId="urn:microsoft.com/office/officeart/2008/layout/LinedList"/>
    <dgm:cxn modelId="{C6EF0A1F-6FAA-B646-AA5D-77ED958D0831}" type="presParOf" srcId="{FD316184-8362-6740-918B-F09F0351FC16}" destId="{F3857ED5-D967-5E4C-90F9-EFBBBF910912}" srcOrd="1" destOrd="0" presId="urn:microsoft.com/office/officeart/2008/layout/LinedList"/>
    <dgm:cxn modelId="{7E91CE9D-CDD9-4F4E-A75D-B6213E3C3841}" type="presParOf" srcId="{7767C5C1-6173-AC49-846B-12A51C92A890}" destId="{FA2E5CE8-216F-FF43-ABEB-4AF9CAF5EC71}" srcOrd="10" destOrd="0" presId="urn:microsoft.com/office/officeart/2008/layout/LinedList"/>
    <dgm:cxn modelId="{7685DF72-A193-4245-8473-D2AC4B8813A8}" type="presParOf" srcId="{7767C5C1-6173-AC49-846B-12A51C92A890}" destId="{4B794424-AB86-FB48-966C-98816387A8FC}" srcOrd="11" destOrd="0" presId="urn:microsoft.com/office/officeart/2008/layout/LinedList"/>
    <dgm:cxn modelId="{94510166-0BB3-CD40-961D-5171A7CA2D97}" type="presParOf" srcId="{4B794424-AB86-FB48-966C-98816387A8FC}" destId="{9F103A7C-23EA-2C44-8A28-6D7FC0CCCA28}" srcOrd="0" destOrd="0" presId="urn:microsoft.com/office/officeart/2008/layout/LinedList"/>
    <dgm:cxn modelId="{00F8735D-00E5-C64E-A36B-AB4525BF5CCF}" type="presParOf" srcId="{4B794424-AB86-FB48-966C-98816387A8FC}" destId="{4AD62DA8-64F9-9A45-8078-B56E589746EF}" srcOrd="1" destOrd="0" presId="urn:microsoft.com/office/officeart/2008/layout/LinedList"/>
    <dgm:cxn modelId="{B3C7D8BA-A223-6449-8E67-3345AC800E31}" type="presParOf" srcId="{7767C5C1-6173-AC49-846B-12A51C92A890}" destId="{1A299C28-CB42-394C-8D54-469B05F947B2}" srcOrd="12" destOrd="0" presId="urn:microsoft.com/office/officeart/2008/layout/LinedList"/>
    <dgm:cxn modelId="{64D64565-C170-B642-B1AD-B3164CAAEC83}" type="presParOf" srcId="{7767C5C1-6173-AC49-846B-12A51C92A890}" destId="{EE56AAC1-ADEE-F94A-A1AB-A6C98BBDB4A5}" srcOrd="13" destOrd="0" presId="urn:microsoft.com/office/officeart/2008/layout/LinedList"/>
    <dgm:cxn modelId="{51AF1B60-15F3-A349-99C7-145F8C44CC51}" type="presParOf" srcId="{EE56AAC1-ADEE-F94A-A1AB-A6C98BBDB4A5}" destId="{0B5ADE55-16A2-2048-BD01-87412DC9569D}" srcOrd="0" destOrd="0" presId="urn:microsoft.com/office/officeart/2008/layout/LinedList"/>
    <dgm:cxn modelId="{6D9E1251-AC4B-6047-8951-2103F2BF57B0}" type="presParOf" srcId="{EE56AAC1-ADEE-F94A-A1AB-A6C98BBDB4A5}" destId="{D3D57F9E-E3CB-FD40-ACFE-DF8140A6C2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7ED7C4-CECA-466B-93EB-76F3DFB9D85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0AB9ACE0-6A0A-4935-86DA-1519840DB4E6}">
      <dgm:prSet/>
      <dgm:spPr/>
      <dgm:t>
        <a:bodyPr/>
        <a:lstStyle/>
        <a:p>
          <a:r>
            <a:rPr lang="en-US"/>
            <a:t>Initial access. </a:t>
          </a:r>
        </a:p>
      </dgm:t>
    </dgm:pt>
    <dgm:pt modelId="{C4DF3F2C-B767-41DA-8CFB-9343B0B0E4CD}" type="parTrans" cxnId="{B17C18AC-F23A-41DA-BCD0-AA859C9B6FC2}">
      <dgm:prSet/>
      <dgm:spPr/>
      <dgm:t>
        <a:bodyPr/>
        <a:lstStyle/>
        <a:p>
          <a:endParaRPr lang="en-US"/>
        </a:p>
      </dgm:t>
    </dgm:pt>
    <dgm:pt modelId="{39B006CD-09E0-41A1-AF3A-59084F18B84D}" type="sibTrans" cxnId="{B17C18AC-F23A-41DA-BCD0-AA859C9B6FC2}">
      <dgm:prSet/>
      <dgm:spPr/>
      <dgm:t>
        <a:bodyPr/>
        <a:lstStyle/>
        <a:p>
          <a:endParaRPr lang="en-US"/>
        </a:p>
      </dgm:t>
    </dgm:pt>
    <dgm:pt modelId="{C0FFBFD8-8292-4AC5-90DF-844398AB5F81}">
      <dgm:prSet/>
      <dgm:spPr/>
      <dgm:t>
        <a:bodyPr/>
        <a:lstStyle/>
        <a:p>
          <a:r>
            <a:rPr lang="en-US"/>
            <a:t>Reconnaissance. </a:t>
          </a:r>
        </a:p>
      </dgm:t>
    </dgm:pt>
    <dgm:pt modelId="{788E1B65-9143-4DC3-82BE-B5615ABB2E37}" type="parTrans" cxnId="{29E46088-58FA-4962-AE77-787413CA9E78}">
      <dgm:prSet/>
      <dgm:spPr/>
      <dgm:t>
        <a:bodyPr/>
        <a:lstStyle/>
        <a:p>
          <a:endParaRPr lang="en-US"/>
        </a:p>
      </dgm:t>
    </dgm:pt>
    <dgm:pt modelId="{5D1A358F-6068-4220-86CF-93D3D1E060C1}" type="sibTrans" cxnId="{29E46088-58FA-4962-AE77-787413CA9E78}">
      <dgm:prSet/>
      <dgm:spPr/>
      <dgm:t>
        <a:bodyPr/>
        <a:lstStyle/>
        <a:p>
          <a:endParaRPr lang="en-US"/>
        </a:p>
      </dgm:t>
    </dgm:pt>
    <dgm:pt modelId="{AFE056D5-6ABD-438D-8BE8-9094A0E07283}">
      <dgm:prSet/>
      <dgm:spPr/>
      <dgm:t>
        <a:bodyPr/>
        <a:lstStyle/>
        <a:p>
          <a:r>
            <a:rPr lang="en-US"/>
            <a:t>Lateral Movement. </a:t>
          </a:r>
        </a:p>
      </dgm:t>
    </dgm:pt>
    <dgm:pt modelId="{D5133713-AA5B-4140-B1D9-2F1BA410114A}" type="parTrans" cxnId="{4B2E45F7-81F9-4E3B-B837-058F79D12B16}">
      <dgm:prSet/>
      <dgm:spPr/>
      <dgm:t>
        <a:bodyPr/>
        <a:lstStyle/>
        <a:p>
          <a:endParaRPr lang="en-US"/>
        </a:p>
      </dgm:t>
    </dgm:pt>
    <dgm:pt modelId="{D927847A-68C0-44BE-8808-936884EC5907}" type="sibTrans" cxnId="{4B2E45F7-81F9-4E3B-B837-058F79D12B16}">
      <dgm:prSet/>
      <dgm:spPr/>
      <dgm:t>
        <a:bodyPr/>
        <a:lstStyle/>
        <a:p>
          <a:endParaRPr lang="en-US"/>
        </a:p>
      </dgm:t>
    </dgm:pt>
    <dgm:pt modelId="{012EBB9B-7155-4A5C-A299-E5D2C10BFA63}">
      <dgm:prSet/>
      <dgm:spPr/>
      <dgm:t>
        <a:bodyPr/>
        <a:lstStyle/>
        <a:p>
          <a:r>
            <a:rPr lang="en-US"/>
            <a:t>Data Exfiltration. </a:t>
          </a:r>
        </a:p>
      </dgm:t>
    </dgm:pt>
    <dgm:pt modelId="{082E0341-F11D-41F9-9EF9-79AB31D7014D}" type="parTrans" cxnId="{ADD63BA8-3449-462A-B353-FA8E14437E47}">
      <dgm:prSet/>
      <dgm:spPr/>
      <dgm:t>
        <a:bodyPr/>
        <a:lstStyle/>
        <a:p>
          <a:endParaRPr lang="en-US"/>
        </a:p>
      </dgm:t>
    </dgm:pt>
    <dgm:pt modelId="{F6D62CA0-DF32-4F4F-9A32-03D75FE9C661}" type="sibTrans" cxnId="{ADD63BA8-3449-462A-B353-FA8E14437E47}">
      <dgm:prSet/>
      <dgm:spPr/>
      <dgm:t>
        <a:bodyPr/>
        <a:lstStyle/>
        <a:p>
          <a:endParaRPr lang="en-US"/>
        </a:p>
      </dgm:t>
    </dgm:pt>
    <dgm:pt modelId="{9EFCBB58-082E-4551-BD50-697784581D19}">
      <dgm:prSet/>
      <dgm:spPr/>
      <dgm:t>
        <a:bodyPr/>
        <a:lstStyle/>
        <a:p>
          <a:r>
            <a:rPr lang="en-US"/>
            <a:t>Encryption. </a:t>
          </a:r>
        </a:p>
      </dgm:t>
    </dgm:pt>
    <dgm:pt modelId="{99624ADB-F022-4BFD-8564-6B9C35BB7176}" type="parTrans" cxnId="{F7ACBD9A-473B-4901-916E-CF9F958127AA}">
      <dgm:prSet/>
      <dgm:spPr/>
      <dgm:t>
        <a:bodyPr/>
        <a:lstStyle/>
        <a:p>
          <a:endParaRPr lang="en-US"/>
        </a:p>
      </dgm:t>
    </dgm:pt>
    <dgm:pt modelId="{407D8C48-5AAD-4FB0-B566-DE57B3A23882}" type="sibTrans" cxnId="{F7ACBD9A-473B-4901-916E-CF9F958127AA}">
      <dgm:prSet/>
      <dgm:spPr/>
      <dgm:t>
        <a:bodyPr/>
        <a:lstStyle/>
        <a:p>
          <a:endParaRPr lang="en-US"/>
        </a:p>
      </dgm:t>
    </dgm:pt>
    <dgm:pt modelId="{8CCC7883-CF5E-4F45-8C65-5ED282993499}">
      <dgm:prSet/>
      <dgm:spPr/>
      <dgm:t>
        <a:bodyPr/>
        <a:lstStyle/>
        <a:p>
          <a:r>
            <a:rPr lang="en-US"/>
            <a:t>Ransom. </a:t>
          </a:r>
        </a:p>
      </dgm:t>
    </dgm:pt>
    <dgm:pt modelId="{19D14A20-DBD3-48AC-A7E9-F674CDA34E05}" type="parTrans" cxnId="{18492EB9-EA6E-4337-BE9F-565A0E8AB65B}">
      <dgm:prSet/>
      <dgm:spPr/>
      <dgm:t>
        <a:bodyPr/>
        <a:lstStyle/>
        <a:p>
          <a:endParaRPr lang="en-US"/>
        </a:p>
      </dgm:t>
    </dgm:pt>
    <dgm:pt modelId="{4A5A0C6B-06C4-4E2C-B290-1F79AC7A0FB1}" type="sibTrans" cxnId="{18492EB9-EA6E-4337-BE9F-565A0E8AB65B}">
      <dgm:prSet/>
      <dgm:spPr/>
      <dgm:t>
        <a:bodyPr/>
        <a:lstStyle/>
        <a:p>
          <a:endParaRPr lang="en-US"/>
        </a:p>
      </dgm:t>
    </dgm:pt>
    <dgm:pt modelId="{A3BCBA5E-750C-46D7-BC4D-2ED1DAD3F267}" type="pres">
      <dgm:prSet presAssocID="{677ED7C4-CECA-466B-93EB-76F3DFB9D85C}" presName="root" presStyleCnt="0">
        <dgm:presLayoutVars>
          <dgm:dir/>
          <dgm:resizeHandles val="exact"/>
        </dgm:presLayoutVars>
      </dgm:prSet>
      <dgm:spPr/>
    </dgm:pt>
    <dgm:pt modelId="{1181F2A0-4752-4924-B91E-A5EA99E68B4A}" type="pres">
      <dgm:prSet presAssocID="{0AB9ACE0-6A0A-4935-86DA-1519840DB4E6}" presName="compNode" presStyleCnt="0"/>
      <dgm:spPr/>
    </dgm:pt>
    <dgm:pt modelId="{12FC672E-AC49-4FCE-A714-0C041D0BD68F}" type="pres">
      <dgm:prSet presAssocID="{0AB9ACE0-6A0A-4935-86DA-1519840DB4E6}" presName="bgRect" presStyleLbl="bgShp" presStyleIdx="0" presStyleCnt="6"/>
      <dgm:spPr/>
    </dgm:pt>
    <dgm:pt modelId="{F2967943-0B71-4F60-821D-19B3502A2FD6}" type="pres">
      <dgm:prSet presAssocID="{0AB9ACE0-6A0A-4935-86DA-1519840DB4E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BC157AB-6782-4BCB-900D-6F53EA8DE582}" type="pres">
      <dgm:prSet presAssocID="{0AB9ACE0-6A0A-4935-86DA-1519840DB4E6}" presName="spaceRect" presStyleCnt="0"/>
      <dgm:spPr/>
    </dgm:pt>
    <dgm:pt modelId="{B5E18C84-612D-4F3B-A3FC-7BECB7D987E9}" type="pres">
      <dgm:prSet presAssocID="{0AB9ACE0-6A0A-4935-86DA-1519840DB4E6}" presName="parTx" presStyleLbl="revTx" presStyleIdx="0" presStyleCnt="6">
        <dgm:presLayoutVars>
          <dgm:chMax val="0"/>
          <dgm:chPref val="0"/>
        </dgm:presLayoutVars>
      </dgm:prSet>
      <dgm:spPr/>
    </dgm:pt>
    <dgm:pt modelId="{491DD13B-2FFD-4848-9970-7ED1DD9DDF43}" type="pres">
      <dgm:prSet presAssocID="{39B006CD-09E0-41A1-AF3A-59084F18B84D}" presName="sibTrans" presStyleCnt="0"/>
      <dgm:spPr/>
    </dgm:pt>
    <dgm:pt modelId="{6A48904A-691D-4A38-8152-A3AE5B554671}" type="pres">
      <dgm:prSet presAssocID="{C0FFBFD8-8292-4AC5-90DF-844398AB5F81}" presName="compNode" presStyleCnt="0"/>
      <dgm:spPr/>
    </dgm:pt>
    <dgm:pt modelId="{6EC73653-7526-4E0C-A9E8-D56DFBA48C7F}" type="pres">
      <dgm:prSet presAssocID="{C0FFBFD8-8292-4AC5-90DF-844398AB5F81}" presName="bgRect" presStyleLbl="bgShp" presStyleIdx="1" presStyleCnt="6"/>
      <dgm:spPr/>
    </dgm:pt>
    <dgm:pt modelId="{77503E1B-5254-4BB3-A961-0E5EC706595E}" type="pres">
      <dgm:prSet presAssocID="{C0FFBFD8-8292-4AC5-90DF-844398AB5F8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3B19CA6B-9694-4C00-97A4-1171F82C4A7F}" type="pres">
      <dgm:prSet presAssocID="{C0FFBFD8-8292-4AC5-90DF-844398AB5F81}" presName="spaceRect" presStyleCnt="0"/>
      <dgm:spPr/>
    </dgm:pt>
    <dgm:pt modelId="{7A156FEB-7883-48E0-A929-21B93BF23E7C}" type="pres">
      <dgm:prSet presAssocID="{C0FFBFD8-8292-4AC5-90DF-844398AB5F81}" presName="parTx" presStyleLbl="revTx" presStyleIdx="1" presStyleCnt="6">
        <dgm:presLayoutVars>
          <dgm:chMax val="0"/>
          <dgm:chPref val="0"/>
        </dgm:presLayoutVars>
      </dgm:prSet>
      <dgm:spPr/>
    </dgm:pt>
    <dgm:pt modelId="{9A2F9CA6-7C5E-4088-8B49-E86384395E37}" type="pres">
      <dgm:prSet presAssocID="{5D1A358F-6068-4220-86CF-93D3D1E060C1}" presName="sibTrans" presStyleCnt="0"/>
      <dgm:spPr/>
    </dgm:pt>
    <dgm:pt modelId="{4EAA7C90-74F6-4B5C-A3C5-C156AF17EC6C}" type="pres">
      <dgm:prSet presAssocID="{AFE056D5-6ABD-438D-8BE8-9094A0E07283}" presName="compNode" presStyleCnt="0"/>
      <dgm:spPr/>
    </dgm:pt>
    <dgm:pt modelId="{EFDA2BE2-1F75-450D-BA9E-E63E76423137}" type="pres">
      <dgm:prSet presAssocID="{AFE056D5-6ABD-438D-8BE8-9094A0E07283}" presName="bgRect" presStyleLbl="bgShp" presStyleIdx="2" presStyleCnt="6"/>
      <dgm:spPr/>
    </dgm:pt>
    <dgm:pt modelId="{F3756E81-1744-4551-95AC-98D3E3B8FBF0}" type="pres">
      <dgm:prSet presAssocID="{AFE056D5-6ABD-438D-8BE8-9094A0E0728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CDB2CADD-436D-4C37-BFD2-F3640D526350}" type="pres">
      <dgm:prSet presAssocID="{AFE056D5-6ABD-438D-8BE8-9094A0E07283}" presName="spaceRect" presStyleCnt="0"/>
      <dgm:spPr/>
    </dgm:pt>
    <dgm:pt modelId="{D2BC9F61-8EB1-43D0-9645-230C328E7862}" type="pres">
      <dgm:prSet presAssocID="{AFE056D5-6ABD-438D-8BE8-9094A0E07283}" presName="parTx" presStyleLbl="revTx" presStyleIdx="2" presStyleCnt="6">
        <dgm:presLayoutVars>
          <dgm:chMax val="0"/>
          <dgm:chPref val="0"/>
        </dgm:presLayoutVars>
      </dgm:prSet>
      <dgm:spPr/>
    </dgm:pt>
    <dgm:pt modelId="{D92DAF08-2C65-418D-918C-55EC10B42C1B}" type="pres">
      <dgm:prSet presAssocID="{D927847A-68C0-44BE-8808-936884EC5907}" presName="sibTrans" presStyleCnt="0"/>
      <dgm:spPr/>
    </dgm:pt>
    <dgm:pt modelId="{014EA89A-CF4A-4F86-BA9D-31E6453BBA40}" type="pres">
      <dgm:prSet presAssocID="{012EBB9B-7155-4A5C-A299-E5D2C10BFA63}" presName="compNode" presStyleCnt="0"/>
      <dgm:spPr/>
    </dgm:pt>
    <dgm:pt modelId="{D30E6B4E-1DE4-4C77-98EF-9DB5771F39D4}" type="pres">
      <dgm:prSet presAssocID="{012EBB9B-7155-4A5C-A299-E5D2C10BFA63}" presName="bgRect" presStyleLbl="bgShp" presStyleIdx="3" presStyleCnt="6"/>
      <dgm:spPr/>
    </dgm:pt>
    <dgm:pt modelId="{BF1D9C49-7F51-4CA3-8877-B960103753D3}" type="pres">
      <dgm:prSet presAssocID="{012EBB9B-7155-4A5C-A299-E5D2C10BFA6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E1172B0-2139-48DF-9B8E-7C41FF7DFED9}" type="pres">
      <dgm:prSet presAssocID="{012EBB9B-7155-4A5C-A299-E5D2C10BFA63}" presName="spaceRect" presStyleCnt="0"/>
      <dgm:spPr/>
    </dgm:pt>
    <dgm:pt modelId="{95A5CC91-A448-428C-982D-4EB97957F1A8}" type="pres">
      <dgm:prSet presAssocID="{012EBB9B-7155-4A5C-A299-E5D2C10BFA63}" presName="parTx" presStyleLbl="revTx" presStyleIdx="3" presStyleCnt="6">
        <dgm:presLayoutVars>
          <dgm:chMax val="0"/>
          <dgm:chPref val="0"/>
        </dgm:presLayoutVars>
      </dgm:prSet>
      <dgm:spPr/>
    </dgm:pt>
    <dgm:pt modelId="{1CD52076-F891-4BDD-A1D1-DA0520289057}" type="pres">
      <dgm:prSet presAssocID="{F6D62CA0-DF32-4F4F-9A32-03D75FE9C661}" presName="sibTrans" presStyleCnt="0"/>
      <dgm:spPr/>
    </dgm:pt>
    <dgm:pt modelId="{B714365F-CFDE-4BB2-B149-47F73532183D}" type="pres">
      <dgm:prSet presAssocID="{9EFCBB58-082E-4551-BD50-697784581D19}" presName="compNode" presStyleCnt="0"/>
      <dgm:spPr/>
    </dgm:pt>
    <dgm:pt modelId="{5A50AB0B-BAD6-4977-B7C2-687158EB573B}" type="pres">
      <dgm:prSet presAssocID="{9EFCBB58-082E-4551-BD50-697784581D19}" presName="bgRect" presStyleLbl="bgShp" presStyleIdx="4" presStyleCnt="6"/>
      <dgm:spPr/>
    </dgm:pt>
    <dgm:pt modelId="{A62DE450-1A48-46A5-AEB9-C9D5D77F4C15}" type="pres">
      <dgm:prSet presAssocID="{9EFCBB58-082E-4551-BD50-697784581D1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57A675A-9F41-4C2F-AFC1-06853FB54524}" type="pres">
      <dgm:prSet presAssocID="{9EFCBB58-082E-4551-BD50-697784581D19}" presName="spaceRect" presStyleCnt="0"/>
      <dgm:spPr/>
    </dgm:pt>
    <dgm:pt modelId="{681E1D2D-FB94-4FFF-81FC-01E125B34C78}" type="pres">
      <dgm:prSet presAssocID="{9EFCBB58-082E-4551-BD50-697784581D19}" presName="parTx" presStyleLbl="revTx" presStyleIdx="4" presStyleCnt="6">
        <dgm:presLayoutVars>
          <dgm:chMax val="0"/>
          <dgm:chPref val="0"/>
        </dgm:presLayoutVars>
      </dgm:prSet>
      <dgm:spPr/>
    </dgm:pt>
    <dgm:pt modelId="{A59668B2-ED4F-4472-BC8B-7810E00741F7}" type="pres">
      <dgm:prSet presAssocID="{407D8C48-5AAD-4FB0-B566-DE57B3A23882}" presName="sibTrans" presStyleCnt="0"/>
      <dgm:spPr/>
    </dgm:pt>
    <dgm:pt modelId="{12B07EE5-F5DF-4416-8D97-508AD0D08B8C}" type="pres">
      <dgm:prSet presAssocID="{8CCC7883-CF5E-4F45-8C65-5ED282993499}" presName="compNode" presStyleCnt="0"/>
      <dgm:spPr/>
    </dgm:pt>
    <dgm:pt modelId="{A8B742DC-D9A0-4E0E-BB35-756638FF5112}" type="pres">
      <dgm:prSet presAssocID="{8CCC7883-CF5E-4F45-8C65-5ED282993499}" presName="bgRect" presStyleLbl="bgShp" presStyleIdx="5" presStyleCnt="6"/>
      <dgm:spPr/>
    </dgm:pt>
    <dgm:pt modelId="{31965A0B-F271-449E-9DAC-9BF44983AB8B}" type="pres">
      <dgm:prSet presAssocID="{8CCC7883-CF5E-4F45-8C65-5ED28299349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76A1F547-E1DA-4F6B-8FD2-DB29D177582F}" type="pres">
      <dgm:prSet presAssocID="{8CCC7883-CF5E-4F45-8C65-5ED282993499}" presName="spaceRect" presStyleCnt="0"/>
      <dgm:spPr/>
    </dgm:pt>
    <dgm:pt modelId="{01ABD797-510E-4095-97C7-16B2966605A0}" type="pres">
      <dgm:prSet presAssocID="{8CCC7883-CF5E-4F45-8C65-5ED282993499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C1E692A-DCAC-4D2F-B793-E3DFDBD0B5DA}" type="presOf" srcId="{9EFCBB58-082E-4551-BD50-697784581D19}" destId="{681E1D2D-FB94-4FFF-81FC-01E125B34C78}" srcOrd="0" destOrd="0" presId="urn:microsoft.com/office/officeart/2018/2/layout/IconVerticalSolidList"/>
    <dgm:cxn modelId="{96DCDE4E-44FC-4E2A-9288-24F51D6CF49D}" type="presOf" srcId="{0AB9ACE0-6A0A-4935-86DA-1519840DB4E6}" destId="{B5E18C84-612D-4F3B-A3FC-7BECB7D987E9}" srcOrd="0" destOrd="0" presId="urn:microsoft.com/office/officeart/2018/2/layout/IconVerticalSolidList"/>
    <dgm:cxn modelId="{27BDB666-E9D9-446E-B13A-D732F4FB4FEB}" type="presOf" srcId="{8CCC7883-CF5E-4F45-8C65-5ED282993499}" destId="{01ABD797-510E-4095-97C7-16B2966605A0}" srcOrd="0" destOrd="0" presId="urn:microsoft.com/office/officeart/2018/2/layout/IconVerticalSolidList"/>
    <dgm:cxn modelId="{29E46088-58FA-4962-AE77-787413CA9E78}" srcId="{677ED7C4-CECA-466B-93EB-76F3DFB9D85C}" destId="{C0FFBFD8-8292-4AC5-90DF-844398AB5F81}" srcOrd="1" destOrd="0" parTransId="{788E1B65-9143-4DC3-82BE-B5615ABB2E37}" sibTransId="{5D1A358F-6068-4220-86CF-93D3D1E060C1}"/>
    <dgm:cxn modelId="{F7ACBD9A-473B-4901-916E-CF9F958127AA}" srcId="{677ED7C4-CECA-466B-93EB-76F3DFB9D85C}" destId="{9EFCBB58-082E-4551-BD50-697784581D19}" srcOrd="4" destOrd="0" parTransId="{99624ADB-F022-4BFD-8564-6B9C35BB7176}" sibTransId="{407D8C48-5AAD-4FB0-B566-DE57B3A23882}"/>
    <dgm:cxn modelId="{CFF086A6-7A2B-4E77-84E9-C406394A3D64}" type="presOf" srcId="{C0FFBFD8-8292-4AC5-90DF-844398AB5F81}" destId="{7A156FEB-7883-48E0-A929-21B93BF23E7C}" srcOrd="0" destOrd="0" presId="urn:microsoft.com/office/officeart/2018/2/layout/IconVerticalSolidList"/>
    <dgm:cxn modelId="{ADD63BA8-3449-462A-B353-FA8E14437E47}" srcId="{677ED7C4-CECA-466B-93EB-76F3DFB9D85C}" destId="{012EBB9B-7155-4A5C-A299-E5D2C10BFA63}" srcOrd="3" destOrd="0" parTransId="{082E0341-F11D-41F9-9EF9-79AB31D7014D}" sibTransId="{F6D62CA0-DF32-4F4F-9A32-03D75FE9C661}"/>
    <dgm:cxn modelId="{B17C18AC-F23A-41DA-BCD0-AA859C9B6FC2}" srcId="{677ED7C4-CECA-466B-93EB-76F3DFB9D85C}" destId="{0AB9ACE0-6A0A-4935-86DA-1519840DB4E6}" srcOrd="0" destOrd="0" parTransId="{C4DF3F2C-B767-41DA-8CFB-9343B0B0E4CD}" sibTransId="{39B006CD-09E0-41A1-AF3A-59084F18B84D}"/>
    <dgm:cxn modelId="{B1D8A9AC-6F2E-4799-81F9-BB8F23678912}" type="presOf" srcId="{677ED7C4-CECA-466B-93EB-76F3DFB9D85C}" destId="{A3BCBA5E-750C-46D7-BC4D-2ED1DAD3F267}" srcOrd="0" destOrd="0" presId="urn:microsoft.com/office/officeart/2018/2/layout/IconVerticalSolidList"/>
    <dgm:cxn modelId="{18492EB9-EA6E-4337-BE9F-565A0E8AB65B}" srcId="{677ED7C4-CECA-466B-93EB-76F3DFB9D85C}" destId="{8CCC7883-CF5E-4F45-8C65-5ED282993499}" srcOrd="5" destOrd="0" parTransId="{19D14A20-DBD3-48AC-A7E9-F674CDA34E05}" sibTransId="{4A5A0C6B-06C4-4E2C-B290-1F79AC7A0FB1}"/>
    <dgm:cxn modelId="{5307FEC9-E87D-4812-801F-71AD470CAB89}" type="presOf" srcId="{012EBB9B-7155-4A5C-A299-E5D2C10BFA63}" destId="{95A5CC91-A448-428C-982D-4EB97957F1A8}" srcOrd="0" destOrd="0" presId="urn:microsoft.com/office/officeart/2018/2/layout/IconVerticalSolidList"/>
    <dgm:cxn modelId="{733DD3E0-B9DA-4C63-9DF0-601F604DF66B}" type="presOf" srcId="{AFE056D5-6ABD-438D-8BE8-9094A0E07283}" destId="{D2BC9F61-8EB1-43D0-9645-230C328E7862}" srcOrd="0" destOrd="0" presId="urn:microsoft.com/office/officeart/2018/2/layout/IconVerticalSolidList"/>
    <dgm:cxn modelId="{4B2E45F7-81F9-4E3B-B837-058F79D12B16}" srcId="{677ED7C4-CECA-466B-93EB-76F3DFB9D85C}" destId="{AFE056D5-6ABD-438D-8BE8-9094A0E07283}" srcOrd="2" destOrd="0" parTransId="{D5133713-AA5B-4140-B1D9-2F1BA410114A}" sibTransId="{D927847A-68C0-44BE-8808-936884EC5907}"/>
    <dgm:cxn modelId="{84108223-445D-434C-83F7-66900232BE50}" type="presParOf" srcId="{A3BCBA5E-750C-46D7-BC4D-2ED1DAD3F267}" destId="{1181F2A0-4752-4924-B91E-A5EA99E68B4A}" srcOrd="0" destOrd="0" presId="urn:microsoft.com/office/officeart/2018/2/layout/IconVerticalSolidList"/>
    <dgm:cxn modelId="{EB8E4F99-58C8-45A0-B03F-52A90FCB9BA8}" type="presParOf" srcId="{1181F2A0-4752-4924-B91E-A5EA99E68B4A}" destId="{12FC672E-AC49-4FCE-A714-0C041D0BD68F}" srcOrd="0" destOrd="0" presId="urn:microsoft.com/office/officeart/2018/2/layout/IconVerticalSolidList"/>
    <dgm:cxn modelId="{25D2F160-7718-42E0-8675-138F8D58A4AC}" type="presParOf" srcId="{1181F2A0-4752-4924-B91E-A5EA99E68B4A}" destId="{F2967943-0B71-4F60-821D-19B3502A2FD6}" srcOrd="1" destOrd="0" presId="urn:microsoft.com/office/officeart/2018/2/layout/IconVerticalSolidList"/>
    <dgm:cxn modelId="{794F5A51-B6C0-496D-895E-B03093EAFABB}" type="presParOf" srcId="{1181F2A0-4752-4924-B91E-A5EA99E68B4A}" destId="{0BC157AB-6782-4BCB-900D-6F53EA8DE582}" srcOrd="2" destOrd="0" presId="urn:microsoft.com/office/officeart/2018/2/layout/IconVerticalSolidList"/>
    <dgm:cxn modelId="{52A32D09-3338-41AC-8E5F-DCF0A04D9B43}" type="presParOf" srcId="{1181F2A0-4752-4924-B91E-A5EA99E68B4A}" destId="{B5E18C84-612D-4F3B-A3FC-7BECB7D987E9}" srcOrd="3" destOrd="0" presId="urn:microsoft.com/office/officeart/2018/2/layout/IconVerticalSolidList"/>
    <dgm:cxn modelId="{ED7AC039-5396-4B57-ACDE-D30ABA61CAC6}" type="presParOf" srcId="{A3BCBA5E-750C-46D7-BC4D-2ED1DAD3F267}" destId="{491DD13B-2FFD-4848-9970-7ED1DD9DDF43}" srcOrd="1" destOrd="0" presId="urn:microsoft.com/office/officeart/2018/2/layout/IconVerticalSolidList"/>
    <dgm:cxn modelId="{77FAD11F-7B82-49CD-AE99-9797B1B06A69}" type="presParOf" srcId="{A3BCBA5E-750C-46D7-BC4D-2ED1DAD3F267}" destId="{6A48904A-691D-4A38-8152-A3AE5B554671}" srcOrd="2" destOrd="0" presId="urn:microsoft.com/office/officeart/2018/2/layout/IconVerticalSolidList"/>
    <dgm:cxn modelId="{52D8BE9F-FC32-4699-946F-B8B007DD52A0}" type="presParOf" srcId="{6A48904A-691D-4A38-8152-A3AE5B554671}" destId="{6EC73653-7526-4E0C-A9E8-D56DFBA48C7F}" srcOrd="0" destOrd="0" presId="urn:microsoft.com/office/officeart/2018/2/layout/IconVerticalSolidList"/>
    <dgm:cxn modelId="{DAA94C6D-A00C-4331-9657-17861B554669}" type="presParOf" srcId="{6A48904A-691D-4A38-8152-A3AE5B554671}" destId="{77503E1B-5254-4BB3-A961-0E5EC706595E}" srcOrd="1" destOrd="0" presId="urn:microsoft.com/office/officeart/2018/2/layout/IconVerticalSolidList"/>
    <dgm:cxn modelId="{07A7A6BC-7FA9-40BB-8DE5-9D4155A1E22F}" type="presParOf" srcId="{6A48904A-691D-4A38-8152-A3AE5B554671}" destId="{3B19CA6B-9694-4C00-97A4-1171F82C4A7F}" srcOrd="2" destOrd="0" presId="urn:microsoft.com/office/officeart/2018/2/layout/IconVerticalSolidList"/>
    <dgm:cxn modelId="{1065E50F-0797-4EF1-82EF-6A4BC0B4083C}" type="presParOf" srcId="{6A48904A-691D-4A38-8152-A3AE5B554671}" destId="{7A156FEB-7883-48E0-A929-21B93BF23E7C}" srcOrd="3" destOrd="0" presId="urn:microsoft.com/office/officeart/2018/2/layout/IconVerticalSolidList"/>
    <dgm:cxn modelId="{68D3D019-DDB6-45F4-BCF1-73ED9F242F70}" type="presParOf" srcId="{A3BCBA5E-750C-46D7-BC4D-2ED1DAD3F267}" destId="{9A2F9CA6-7C5E-4088-8B49-E86384395E37}" srcOrd="3" destOrd="0" presId="urn:microsoft.com/office/officeart/2018/2/layout/IconVerticalSolidList"/>
    <dgm:cxn modelId="{77DEE620-D7C6-45B6-8CFA-321477D07F39}" type="presParOf" srcId="{A3BCBA5E-750C-46D7-BC4D-2ED1DAD3F267}" destId="{4EAA7C90-74F6-4B5C-A3C5-C156AF17EC6C}" srcOrd="4" destOrd="0" presId="urn:microsoft.com/office/officeart/2018/2/layout/IconVerticalSolidList"/>
    <dgm:cxn modelId="{22EAE8FC-64E6-4AC5-88DD-01B56CA57892}" type="presParOf" srcId="{4EAA7C90-74F6-4B5C-A3C5-C156AF17EC6C}" destId="{EFDA2BE2-1F75-450D-BA9E-E63E76423137}" srcOrd="0" destOrd="0" presId="urn:microsoft.com/office/officeart/2018/2/layout/IconVerticalSolidList"/>
    <dgm:cxn modelId="{DE0D3205-B5AD-42FB-A37D-5AB998674A30}" type="presParOf" srcId="{4EAA7C90-74F6-4B5C-A3C5-C156AF17EC6C}" destId="{F3756E81-1744-4551-95AC-98D3E3B8FBF0}" srcOrd="1" destOrd="0" presId="urn:microsoft.com/office/officeart/2018/2/layout/IconVerticalSolidList"/>
    <dgm:cxn modelId="{BE1B87B6-191C-4B45-835D-98DDC6673CCB}" type="presParOf" srcId="{4EAA7C90-74F6-4B5C-A3C5-C156AF17EC6C}" destId="{CDB2CADD-436D-4C37-BFD2-F3640D526350}" srcOrd="2" destOrd="0" presId="urn:microsoft.com/office/officeart/2018/2/layout/IconVerticalSolidList"/>
    <dgm:cxn modelId="{8FD3F0DB-1596-4F60-8FF1-9D5F8836262D}" type="presParOf" srcId="{4EAA7C90-74F6-4B5C-A3C5-C156AF17EC6C}" destId="{D2BC9F61-8EB1-43D0-9645-230C328E7862}" srcOrd="3" destOrd="0" presId="urn:microsoft.com/office/officeart/2018/2/layout/IconVerticalSolidList"/>
    <dgm:cxn modelId="{CDC9A4B4-F2EE-49D2-A037-E162E6D9926C}" type="presParOf" srcId="{A3BCBA5E-750C-46D7-BC4D-2ED1DAD3F267}" destId="{D92DAF08-2C65-418D-918C-55EC10B42C1B}" srcOrd="5" destOrd="0" presId="urn:microsoft.com/office/officeart/2018/2/layout/IconVerticalSolidList"/>
    <dgm:cxn modelId="{31D1551D-567B-46F4-9D03-9893AD0D1715}" type="presParOf" srcId="{A3BCBA5E-750C-46D7-BC4D-2ED1DAD3F267}" destId="{014EA89A-CF4A-4F86-BA9D-31E6453BBA40}" srcOrd="6" destOrd="0" presId="urn:microsoft.com/office/officeart/2018/2/layout/IconVerticalSolidList"/>
    <dgm:cxn modelId="{090CCCF5-4E37-4DF3-A4E7-E8E79DDC9DB8}" type="presParOf" srcId="{014EA89A-CF4A-4F86-BA9D-31E6453BBA40}" destId="{D30E6B4E-1DE4-4C77-98EF-9DB5771F39D4}" srcOrd="0" destOrd="0" presId="urn:microsoft.com/office/officeart/2018/2/layout/IconVerticalSolidList"/>
    <dgm:cxn modelId="{D4186BBE-7B7E-49D6-9D9F-2A47AFA52371}" type="presParOf" srcId="{014EA89A-CF4A-4F86-BA9D-31E6453BBA40}" destId="{BF1D9C49-7F51-4CA3-8877-B960103753D3}" srcOrd="1" destOrd="0" presId="urn:microsoft.com/office/officeart/2018/2/layout/IconVerticalSolidList"/>
    <dgm:cxn modelId="{5F65AFA8-E55D-4671-8FB5-18DFB6A7EB3B}" type="presParOf" srcId="{014EA89A-CF4A-4F86-BA9D-31E6453BBA40}" destId="{3E1172B0-2139-48DF-9B8E-7C41FF7DFED9}" srcOrd="2" destOrd="0" presId="urn:microsoft.com/office/officeart/2018/2/layout/IconVerticalSolidList"/>
    <dgm:cxn modelId="{439D3AB6-56A2-4BED-9B55-D262C4340218}" type="presParOf" srcId="{014EA89A-CF4A-4F86-BA9D-31E6453BBA40}" destId="{95A5CC91-A448-428C-982D-4EB97957F1A8}" srcOrd="3" destOrd="0" presId="urn:microsoft.com/office/officeart/2018/2/layout/IconVerticalSolidList"/>
    <dgm:cxn modelId="{28474EE6-8900-41F8-9BDC-170B36E86340}" type="presParOf" srcId="{A3BCBA5E-750C-46D7-BC4D-2ED1DAD3F267}" destId="{1CD52076-F891-4BDD-A1D1-DA0520289057}" srcOrd="7" destOrd="0" presId="urn:microsoft.com/office/officeart/2018/2/layout/IconVerticalSolidList"/>
    <dgm:cxn modelId="{550012D6-0E69-4CE8-9ECF-E6524768640D}" type="presParOf" srcId="{A3BCBA5E-750C-46D7-BC4D-2ED1DAD3F267}" destId="{B714365F-CFDE-4BB2-B149-47F73532183D}" srcOrd="8" destOrd="0" presId="urn:microsoft.com/office/officeart/2018/2/layout/IconVerticalSolidList"/>
    <dgm:cxn modelId="{C03A8645-12B1-4D50-B0D7-149D0A920953}" type="presParOf" srcId="{B714365F-CFDE-4BB2-B149-47F73532183D}" destId="{5A50AB0B-BAD6-4977-B7C2-687158EB573B}" srcOrd="0" destOrd="0" presId="urn:microsoft.com/office/officeart/2018/2/layout/IconVerticalSolidList"/>
    <dgm:cxn modelId="{9B8D1F63-903D-49FC-84DC-910BB87DCC16}" type="presParOf" srcId="{B714365F-CFDE-4BB2-B149-47F73532183D}" destId="{A62DE450-1A48-46A5-AEB9-C9D5D77F4C15}" srcOrd="1" destOrd="0" presId="urn:microsoft.com/office/officeart/2018/2/layout/IconVerticalSolidList"/>
    <dgm:cxn modelId="{B04850F7-DCB5-4780-9BC9-75AD087A9580}" type="presParOf" srcId="{B714365F-CFDE-4BB2-B149-47F73532183D}" destId="{457A675A-9F41-4C2F-AFC1-06853FB54524}" srcOrd="2" destOrd="0" presId="urn:microsoft.com/office/officeart/2018/2/layout/IconVerticalSolidList"/>
    <dgm:cxn modelId="{C0165D91-C3D1-4953-AEC0-DAD43A8947C4}" type="presParOf" srcId="{B714365F-CFDE-4BB2-B149-47F73532183D}" destId="{681E1D2D-FB94-4FFF-81FC-01E125B34C78}" srcOrd="3" destOrd="0" presId="urn:microsoft.com/office/officeart/2018/2/layout/IconVerticalSolidList"/>
    <dgm:cxn modelId="{6305418E-8FFC-4B1D-86C1-1A651EFB5A2C}" type="presParOf" srcId="{A3BCBA5E-750C-46D7-BC4D-2ED1DAD3F267}" destId="{A59668B2-ED4F-4472-BC8B-7810E00741F7}" srcOrd="9" destOrd="0" presId="urn:microsoft.com/office/officeart/2018/2/layout/IconVerticalSolidList"/>
    <dgm:cxn modelId="{7C90A1DC-E7DE-44C1-9FA9-D1A40B1AD7C7}" type="presParOf" srcId="{A3BCBA5E-750C-46D7-BC4D-2ED1DAD3F267}" destId="{12B07EE5-F5DF-4416-8D97-508AD0D08B8C}" srcOrd="10" destOrd="0" presId="urn:microsoft.com/office/officeart/2018/2/layout/IconVerticalSolidList"/>
    <dgm:cxn modelId="{A31D6623-5089-44D1-BAD5-095B87AB822F}" type="presParOf" srcId="{12B07EE5-F5DF-4416-8D97-508AD0D08B8C}" destId="{A8B742DC-D9A0-4E0E-BB35-756638FF5112}" srcOrd="0" destOrd="0" presId="urn:microsoft.com/office/officeart/2018/2/layout/IconVerticalSolidList"/>
    <dgm:cxn modelId="{FEB47A51-0125-4668-8A8E-E3ACFDBCA98A}" type="presParOf" srcId="{12B07EE5-F5DF-4416-8D97-508AD0D08B8C}" destId="{31965A0B-F271-449E-9DAC-9BF44983AB8B}" srcOrd="1" destOrd="0" presId="urn:microsoft.com/office/officeart/2018/2/layout/IconVerticalSolidList"/>
    <dgm:cxn modelId="{AF120D0A-3EB1-4EBE-BED1-21A5A29BCE4C}" type="presParOf" srcId="{12B07EE5-F5DF-4416-8D97-508AD0D08B8C}" destId="{76A1F547-E1DA-4F6B-8FD2-DB29D177582F}" srcOrd="2" destOrd="0" presId="urn:microsoft.com/office/officeart/2018/2/layout/IconVerticalSolidList"/>
    <dgm:cxn modelId="{19CC7E16-0771-41BA-8535-0E8077B08C5C}" type="presParOf" srcId="{12B07EE5-F5DF-4416-8D97-508AD0D08B8C}" destId="{01ABD797-510E-4095-97C7-16B2966605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F523EA-7B01-4117-A058-F4FA964D3C25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32C7813D-4BF6-464E-A152-B886ABE5B034}">
      <dgm:prSet/>
      <dgm:spPr/>
      <dgm:t>
        <a:bodyPr/>
        <a:lstStyle/>
        <a:p>
          <a:r>
            <a:rPr lang="en-US"/>
            <a:t>No Multi Factor Authentication. </a:t>
          </a:r>
        </a:p>
      </dgm:t>
    </dgm:pt>
    <dgm:pt modelId="{AFF6E7AE-7A09-459D-8C2F-75BFF58A0C28}" type="parTrans" cxnId="{5D48AD28-8255-4EBE-8590-FD302CDD2197}">
      <dgm:prSet/>
      <dgm:spPr/>
      <dgm:t>
        <a:bodyPr/>
        <a:lstStyle/>
        <a:p>
          <a:endParaRPr lang="en-US"/>
        </a:p>
      </dgm:t>
    </dgm:pt>
    <dgm:pt modelId="{754657B8-DBAE-4D0C-AC6D-BA206793A5A9}" type="sibTrans" cxnId="{5D48AD28-8255-4EBE-8590-FD302CDD2197}">
      <dgm:prSet/>
      <dgm:spPr/>
      <dgm:t>
        <a:bodyPr/>
        <a:lstStyle/>
        <a:p>
          <a:endParaRPr lang="en-US"/>
        </a:p>
      </dgm:t>
    </dgm:pt>
    <dgm:pt modelId="{8088B242-700A-409F-B0C6-B931F6125506}">
      <dgm:prSet/>
      <dgm:spPr/>
      <dgm:t>
        <a:bodyPr/>
        <a:lstStyle/>
        <a:p>
          <a:r>
            <a:rPr lang="en-US"/>
            <a:t>Weak and reused passwords. </a:t>
          </a:r>
        </a:p>
      </dgm:t>
    </dgm:pt>
    <dgm:pt modelId="{0DB0630C-547B-43D0-9FBF-5F44858CC179}" type="parTrans" cxnId="{84343BE5-018B-494C-9D8D-DBEB8CDF6863}">
      <dgm:prSet/>
      <dgm:spPr/>
      <dgm:t>
        <a:bodyPr/>
        <a:lstStyle/>
        <a:p>
          <a:endParaRPr lang="en-US"/>
        </a:p>
      </dgm:t>
    </dgm:pt>
    <dgm:pt modelId="{00CDBE9B-D3B5-40A3-9599-C5D50C089F9D}" type="sibTrans" cxnId="{84343BE5-018B-494C-9D8D-DBEB8CDF6863}">
      <dgm:prSet/>
      <dgm:spPr/>
      <dgm:t>
        <a:bodyPr/>
        <a:lstStyle/>
        <a:p>
          <a:endParaRPr lang="en-US"/>
        </a:p>
      </dgm:t>
    </dgm:pt>
    <dgm:pt modelId="{4688AB88-07AC-4E0F-A946-C98EAFBFCF72}">
      <dgm:prSet/>
      <dgm:spPr/>
      <dgm:t>
        <a:bodyPr/>
        <a:lstStyle/>
        <a:p>
          <a:r>
            <a:rPr lang="en-US"/>
            <a:t>Poor monitoring. </a:t>
          </a:r>
        </a:p>
      </dgm:t>
    </dgm:pt>
    <dgm:pt modelId="{72871D5F-59CA-4122-B9C4-364A9FEE7195}" type="parTrans" cxnId="{6FF57F3E-8D45-4651-BB47-FEC6BDBD879D}">
      <dgm:prSet/>
      <dgm:spPr/>
      <dgm:t>
        <a:bodyPr/>
        <a:lstStyle/>
        <a:p>
          <a:endParaRPr lang="en-US"/>
        </a:p>
      </dgm:t>
    </dgm:pt>
    <dgm:pt modelId="{AD8CA262-41E6-4187-8780-A95D151720AF}" type="sibTrans" cxnId="{6FF57F3E-8D45-4651-BB47-FEC6BDBD879D}">
      <dgm:prSet/>
      <dgm:spPr/>
      <dgm:t>
        <a:bodyPr/>
        <a:lstStyle/>
        <a:p>
          <a:endParaRPr lang="en-US"/>
        </a:p>
      </dgm:t>
    </dgm:pt>
    <dgm:pt modelId="{A34FD420-4106-4362-9CFC-BB158AF313B6}">
      <dgm:prSet/>
      <dgm:spPr/>
      <dgm:t>
        <a:bodyPr/>
        <a:lstStyle/>
        <a:p>
          <a:r>
            <a:rPr lang="en-US"/>
            <a:t>No Network segmentation. </a:t>
          </a:r>
        </a:p>
      </dgm:t>
    </dgm:pt>
    <dgm:pt modelId="{88D0F725-864B-47F3-AFF0-77DB56A334E6}" type="parTrans" cxnId="{6AA2F74A-096F-4B4A-82A1-9C0EC481BBDA}">
      <dgm:prSet/>
      <dgm:spPr/>
      <dgm:t>
        <a:bodyPr/>
        <a:lstStyle/>
        <a:p>
          <a:endParaRPr lang="en-US"/>
        </a:p>
      </dgm:t>
    </dgm:pt>
    <dgm:pt modelId="{DFFEC93B-E954-461E-90C8-8E22951A7675}" type="sibTrans" cxnId="{6AA2F74A-096F-4B4A-82A1-9C0EC481BBDA}">
      <dgm:prSet/>
      <dgm:spPr/>
      <dgm:t>
        <a:bodyPr/>
        <a:lstStyle/>
        <a:p>
          <a:endParaRPr lang="en-US"/>
        </a:p>
      </dgm:t>
    </dgm:pt>
    <dgm:pt modelId="{792B2694-597C-4AD8-9483-62C18497E1FE}">
      <dgm:prSet/>
      <dgm:spPr/>
      <dgm:t>
        <a:bodyPr/>
        <a:lstStyle/>
        <a:p>
          <a:r>
            <a:rPr lang="en-US"/>
            <a:t>Reactive Response. </a:t>
          </a:r>
        </a:p>
      </dgm:t>
    </dgm:pt>
    <dgm:pt modelId="{C1188087-CA5F-45F2-A57B-8945DAFC15CC}" type="parTrans" cxnId="{AA9F791E-4DA2-4479-9FC6-4F4C74693768}">
      <dgm:prSet/>
      <dgm:spPr/>
      <dgm:t>
        <a:bodyPr/>
        <a:lstStyle/>
        <a:p>
          <a:endParaRPr lang="en-US"/>
        </a:p>
      </dgm:t>
    </dgm:pt>
    <dgm:pt modelId="{78E86AD6-71CC-4897-96E2-1AE1888BBBF0}" type="sibTrans" cxnId="{AA9F791E-4DA2-4479-9FC6-4F4C74693768}">
      <dgm:prSet/>
      <dgm:spPr/>
      <dgm:t>
        <a:bodyPr/>
        <a:lstStyle/>
        <a:p>
          <a:endParaRPr lang="en-US"/>
        </a:p>
      </dgm:t>
    </dgm:pt>
    <dgm:pt modelId="{257C5EE9-C20A-BD4C-A66E-11042628C070}" type="pres">
      <dgm:prSet presAssocID="{54F523EA-7B01-4117-A058-F4FA964D3C25}" presName="vert0" presStyleCnt="0">
        <dgm:presLayoutVars>
          <dgm:dir/>
          <dgm:animOne val="branch"/>
          <dgm:animLvl val="lvl"/>
        </dgm:presLayoutVars>
      </dgm:prSet>
      <dgm:spPr/>
    </dgm:pt>
    <dgm:pt modelId="{75239B6F-9710-4D4B-932A-60149E064CF9}" type="pres">
      <dgm:prSet presAssocID="{32C7813D-4BF6-464E-A152-B886ABE5B034}" presName="thickLine" presStyleLbl="alignNode1" presStyleIdx="0" presStyleCnt="5"/>
      <dgm:spPr/>
    </dgm:pt>
    <dgm:pt modelId="{C541C2A1-3985-B24E-BEEE-273C5C4CD6B3}" type="pres">
      <dgm:prSet presAssocID="{32C7813D-4BF6-464E-A152-B886ABE5B034}" presName="horz1" presStyleCnt="0"/>
      <dgm:spPr/>
    </dgm:pt>
    <dgm:pt modelId="{28AED14B-A264-0C4A-B270-98F93D079B6F}" type="pres">
      <dgm:prSet presAssocID="{32C7813D-4BF6-464E-A152-B886ABE5B034}" presName="tx1" presStyleLbl="revTx" presStyleIdx="0" presStyleCnt="5"/>
      <dgm:spPr/>
    </dgm:pt>
    <dgm:pt modelId="{CAD56FED-9497-C34B-BD5E-56F78A40E38E}" type="pres">
      <dgm:prSet presAssocID="{32C7813D-4BF6-464E-A152-B886ABE5B034}" presName="vert1" presStyleCnt="0"/>
      <dgm:spPr/>
    </dgm:pt>
    <dgm:pt modelId="{DF39369A-A3AF-204F-BACC-3BEF5A082ECB}" type="pres">
      <dgm:prSet presAssocID="{8088B242-700A-409F-B0C6-B931F6125506}" presName="thickLine" presStyleLbl="alignNode1" presStyleIdx="1" presStyleCnt="5"/>
      <dgm:spPr/>
    </dgm:pt>
    <dgm:pt modelId="{3EE0D50E-1DC6-4C42-985A-668387E7C7B8}" type="pres">
      <dgm:prSet presAssocID="{8088B242-700A-409F-B0C6-B931F6125506}" presName="horz1" presStyleCnt="0"/>
      <dgm:spPr/>
    </dgm:pt>
    <dgm:pt modelId="{0F5DF728-AF7F-2D46-89AB-22BCDA48204E}" type="pres">
      <dgm:prSet presAssocID="{8088B242-700A-409F-B0C6-B931F6125506}" presName="tx1" presStyleLbl="revTx" presStyleIdx="1" presStyleCnt="5"/>
      <dgm:spPr/>
    </dgm:pt>
    <dgm:pt modelId="{BE3AC591-A40E-4644-BDB3-68E20CEE1525}" type="pres">
      <dgm:prSet presAssocID="{8088B242-700A-409F-B0C6-B931F6125506}" presName="vert1" presStyleCnt="0"/>
      <dgm:spPr/>
    </dgm:pt>
    <dgm:pt modelId="{E1F0FB6C-739A-5B40-A2C4-07D57B83557D}" type="pres">
      <dgm:prSet presAssocID="{4688AB88-07AC-4E0F-A946-C98EAFBFCF72}" presName="thickLine" presStyleLbl="alignNode1" presStyleIdx="2" presStyleCnt="5"/>
      <dgm:spPr/>
    </dgm:pt>
    <dgm:pt modelId="{AE117816-E377-BE4C-9D75-9BD635F5E433}" type="pres">
      <dgm:prSet presAssocID="{4688AB88-07AC-4E0F-A946-C98EAFBFCF72}" presName="horz1" presStyleCnt="0"/>
      <dgm:spPr/>
    </dgm:pt>
    <dgm:pt modelId="{97F8A03D-FD15-9F4C-8636-0D102D70475B}" type="pres">
      <dgm:prSet presAssocID="{4688AB88-07AC-4E0F-A946-C98EAFBFCF72}" presName="tx1" presStyleLbl="revTx" presStyleIdx="2" presStyleCnt="5"/>
      <dgm:spPr/>
    </dgm:pt>
    <dgm:pt modelId="{472E8593-7548-414A-8D98-86A7884F8A0B}" type="pres">
      <dgm:prSet presAssocID="{4688AB88-07AC-4E0F-A946-C98EAFBFCF72}" presName="vert1" presStyleCnt="0"/>
      <dgm:spPr/>
    </dgm:pt>
    <dgm:pt modelId="{C26205BE-94ED-8149-B8C3-EC6A130AAE79}" type="pres">
      <dgm:prSet presAssocID="{A34FD420-4106-4362-9CFC-BB158AF313B6}" presName="thickLine" presStyleLbl="alignNode1" presStyleIdx="3" presStyleCnt="5"/>
      <dgm:spPr/>
    </dgm:pt>
    <dgm:pt modelId="{7C4867C4-5C0E-984C-952B-3A635B44DF32}" type="pres">
      <dgm:prSet presAssocID="{A34FD420-4106-4362-9CFC-BB158AF313B6}" presName="horz1" presStyleCnt="0"/>
      <dgm:spPr/>
    </dgm:pt>
    <dgm:pt modelId="{E586DBBE-DB17-D94D-AE66-5D65509EE7BE}" type="pres">
      <dgm:prSet presAssocID="{A34FD420-4106-4362-9CFC-BB158AF313B6}" presName="tx1" presStyleLbl="revTx" presStyleIdx="3" presStyleCnt="5"/>
      <dgm:spPr/>
    </dgm:pt>
    <dgm:pt modelId="{A7A861FF-3DCE-A04B-B443-F2D8589A7AFA}" type="pres">
      <dgm:prSet presAssocID="{A34FD420-4106-4362-9CFC-BB158AF313B6}" presName="vert1" presStyleCnt="0"/>
      <dgm:spPr/>
    </dgm:pt>
    <dgm:pt modelId="{A6C7D0A2-B97B-1540-871C-F8CE1DDF548B}" type="pres">
      <dgm:prSet presAssocID="{792B2694-597C-4AD8-9483-62C18497E1FE}" presName="thickLine" presStyleLbl="alignNode1" presStyleIdx="4" presStyleCnt="5"/>
      <dgm:spPr/>
    </dgm:pt>
    <dgm:pt modelId="{AF658E12-6DC9-C649-8A20-2231A09B2835}" type="pres">
      <dgm:prSet presAssocID="{792B2694-597C-4AD8-9483-62C18497E1FE}" presName="horz1" presStyleCnt="0"/>
      <dgm:spPr/>
    </dgm:pt>
    <dgm:pt modelId="{83476F6D-0219-D34A-BC5C-0501064C5E20}" type="pres">
      <dgm:prSet presAssocID="{792B2694-597C-4AD8-9483-62C18497E1FE}" presName="tx1" presStyleLbl="revTx" presStyleIdx="4" presStyleCnt="5"/>
      <dgm:spPr/>
    </dgm:pt>
    <dgm:pt modelId="{6F45E838-B2B8-FC40-8175-5CC241526E35}" type="pres">
      <dgm:prSet presAssocID="{792B2694-597C-4AD8-9483-62C18497E1FE}" presName="vert1" presStyleCnt="0"/>
      <dgm:spPr/>
    </dgm:pt>
  </dgm:ptLst>
  <dgm:cxnLst>
    <dgm:cxn modelId="{AA9F791E-4DA2-4479-9FC6-4F4C74693768}" srcId="{54F523EA-7B01-4117-A058-F4FA964D3C25}" destId="{792B2694-597C-4AD8-9483-62C18497E1FE}" srcOrd="4" destOrd="0" parTransId="{C1188087-CA5F-45F2-A57B-8945DAFC15CC}" sibTransId="{78E86AD6-71CC-4897-96E2-1AE1888BBBF0}"/>
    <dgm:cxn modelId="{C3CE3625-3C6A-AA4F-BD9E-B4FB1EDE8271}" type="presOf" srcId="{8088B242-700A-409F-B0C6-B931F6125506}" destId="{0F5DF728-AF7F-2D46-89AB-22BCDA48204E}" srcOrd="0" destOrd="0" presId="urn:microsoft.com/office/officeart/2008/layout/LinedList"/>
    <dgm:cxn modelId="{5D48AD28-8255-4EBE-8590-FD302CDD2197}" srcId="{54F523EA-7B01-4117-A058-F4FA964D3C25}" destId="{32C7813D-4BF6-464E-A152-B886ABE5B034}" srcOrd="0" destOrd="0" parTransId="{AFF6E7AE-7A09-459D-8C2F-75BFF58A0C28}" sibTransId="{754657B8-DBAE-4D0C-AC6D-BA206793A5A9}"/>
    <dgm:cxn modelId="{6FF57F3E-8D45-4651-BB47-FEC6BDBD879D}" srcId="{54F523EA-7B01-4117-A058-F4FA964D3C25}" destId="{4688AB88-07AC-4E0F-A946-C98EAFBFCF72}" srcOrd="2" destOrd="0" parTransId="{72871D5F-59CA-4122-B9C4-364A9FEE7195}" sibTransId="{AD8CA262-41E6-4187-8780-A95D151720AF}"/>
    <dgm:cxn modelId="{FEB23145-0D06-3F45-9378-B9283CE0D492}" type="presOf" srcId="{32C7813D-4BF6-464E-A152-B886ABE5B034}" destId="{28AED14B-A264-0C4A-B270-98F93D079B6F}" srcOrd="0" destOrd="0" presId="urn:microsoft.com/office/officeart/2008/layout/LinedList"/>
    <dgm:cxn modelId="{6AA2F74A-096F-4B4A-82A1-9C0EC481BBDA}" srcId="{54F523EA-7B01-4117-A058-F4FA964D3C25}" destId="{A34FD420-4106-4362-9CFC-BB158AF313B6}" srcOrd="3" destOrd="0" parTransId="{88D0F725-864B-47F3-AFF0-77DB56A334E6}" sibTransId="{DFFEC93B-E954-461E-90C8-8E22951A7675}"/>
    <dgm:cxn modelId="{5F636B90-5537-C649-B9FA-9FAD581582BE}" type="presOf" srcId="{A34FD420-4106-4362-9CFC-BB158AF313B6}" destId="{E586DBBE-DB17-D94D-AE66-5D65509EE7BE}" srcOrd="0" destOrd="0" presId="urn:microsoft.com/office/officeart/2008/layout/LinedList"/>
    <dgm:cxn modelId="{7E8716BC-2A1F-394A-A802-AD9EAFCE57A2}" type="presOf" srcId="{54F523EA-7B01-4117-A058-F4FA964D3C25}" destId="{257C5EE9-C20A-BD4C-A66E-11042628C070}" srcOrd="0" destOrd="0" presId="urn:microsoft.com/office/officeart/2008/layout/LinedList"/>
    <dgm:cxn modelId="{68CE0CD0-2E8F-9E4D-931A-AA3FF490EB02}" type="presOf" srcId="{4688AB88-07AC-4E0F-A946-C98EAFBFCF72}" destId="{97F8A03D-FD15-9F4C-8636-0D102D70475B}" srcOrd="0" destOrd="0" presId="urn:microsoft.com/office/officeart/2008/layout/LinedList"/>
    <dgm:cxn modelId="{84343BE5-018B-494C-9D8D-DBEB8CDF6863}" srcId="{54F523EA-7B01-4117-A058-F4FA964D3C25}" destId="{8088B242-700A-409F-B0C6-B931F6125506}" srcOrd="1" destOrd="0" parTransId="{0DB0630C-547B-43D0-9FBF-5F44858CC179}" sibTransId="{00CDBE9B-D3B5-40A3-9599-C5D50C089F9D}"/>
    <dgm:cxn modelId="{9B311BEF-49B3-CC49-BCBE-53A45E90DEA5}" type="presOf" srcId="{792B2694-597C-4AD8-9483-62C18497E1FE}" destId="{83476F6D-0219-D34A-BC5C-0501064C5E20}" srcOrd="0" destOrd="0" presId="urn:microsoft.com/office/officeart/2008/layout/LinedList"/>
    <dgm:cxn modelId="{FF800246-114F-6F47-8A9F-DFF09C201CD6}" type="presParOf" srcId="{257C5EE9-C20A-BD4C-A66E-11042628C070}" destId="{75239B6F-9710-4D4B-932A-60149E064CF9}" srcOrd="0" destOrd="0" presId="urn:microsoft.com/office/officeart/2008/layout/LinedList"/>
    <dgm:cxn modelId="{4F9A24B9-E10F-9246-BFEF-A5A77F453667}" type="presParOf" srcId="{257C5EE9-C20A-BD4C-A66E-11042628C070}" destId="{C541C2A1-3985-B24E-BEEE-273C5C4CD6B3}" srcOrd="1" destOrd="0" presId="urn:microsoft.com/office/officeart/2008/layout/LinedList"/>
    <dgm:cxn modelId="{A729F6F6-D47F-EE43-8FDF-8585BC3BC1E0}" type="presParOf" srcId="{C541C2A1-3985-B24E-BEEE-273C5C4CD6B3}" destId="{28AED14B-A264-0C4A-B270-98F93D079B6F}" srcOrd="0" destOrd="0" presId="urn:microsoft.com/office/officeart/2008/layout/LinedList"/>
    <dgm:cxn modelId="{74DF99BC-702E-6547-AF3E-7580A5E5D69C}" type="presParOf" srcId="{C541C2A1-3985-B24E-BEEE-273C5C4CD6B3}" destId="{CAD56FED-9497-C34B-BD5E-56F78A40E38E}" srcOrd="1" destOrd="0" presId="urn:microsoft.com/office/officeart/2008/layout/LinedList"/>
    <dgm:cxn modelId="{6DA196E8-D391-9448-84C2-9F53A7F22153}" type="presParOf" srcId="{257C5EE9-C20A-BD4C-A66E-11042628C070}" destId="{DF39369A-A3AF-204F-BACC-3BEF5A082ECB}" srcOrd="2" destOrd="0" presId="urn:microsoft.com/office/officeart/2008/layout/LinedList"/>
    <dgm:cxn modelId="{6643FA87-194E-E547-BF16-C6EFE592CB2F}" type="presParOf" srcId="{257C5EE9-C20A-BD4C-A66E-11042628C070}" destId="{3EE0D50E-1DC6-4C42-985A-668387E7C7B8}" srcOrd="3" destOrd="0" presId="urn:microsoft.com/office/officeart/2008/layout/LinedList"/>
    <dgm:cxn modelId="{AAEBE466-5AF9-5449-82E6-19D1F1FBA235}" type="presParOf" srcId="{3EE0D50E-1DC6-4C42-985A-668387E7C7B8}" destId="{0F5DF728-AF7F-2D46-89AB-22BCDA48204E}" srcOrd="0" destOrd="0" presId="urn:microsoft.com/office/officeart/2008/layout/LinedList"/>
    <dgm:cxn modelId="{6F450465-A3F9-5040-9EC0-9CDDCA27469A}" type="presParOf" srcId="{3EE0D50E-1DC6-4C42-985A-668387E7C7B8}" destId="{BE3AC591-A40E-4644-BDB3-68E20CEE1525}" srcOrd="1" destOrd="0" presId="urn:microsoft.com/office/officeart/2008/layout/LinedList"/>
    <dgm:cxn modelId="{05A2D7F1-B2C7-124E-9318-FA321CC206E2}" type="presParOf" srcId="{257C5EE9-C20A-BD4C-A66E-11042628C070}" destId="{E1F0FB6C-739A-5B40-A2C4-07D57B83557D}" srcOrd="4" destOrd="0" presId="urn:microsoft.com/office/officeart/2008/layout/LinedList"/>
    <dgm:cxn modelId="{E2D360E9-33CF-1047-A7F3-113581E2CD73}" type="presParOf" srcId="{257C5EE9-C20A-BD4C-A66E-11042628C070}" destId="{AE117816-E377-BE4C-9D75-9BD635F5E433}" srcOrd="5" destOrd="0" presId="urn:microsoft.com/office/officeart/2008/layout/LinedList"/>
    <dgm:cxn modelId="{A4C425B6-3FD5-8E49-9783-2811F5B45CA0}" type="presParOf" srcId="{AE117816-E377-BE4C-9D75-9BD635F5E433}" destId="{97F8A03D-FD15-9F4C-8636-0D102D70475B}" srcOrd="0" destOrd="0" presId="urn:microsoft.com/office/officeart/2008/layout/LinedList"/>
    <dgm:cxn modelId="{E0E6F718-1E65-644B-AA1F-2F3CC675364A}" type="presParOf" srcId="{AE117816-E377-BE4C-9D75-9BD635F5E433}" destId="{472E8593-7548-414A-8D98-86A7884F8A0B}" srcOrd="1" destOrd="0" presId="urn:microsoft.com/office/officeart/2008/layout/LinedList"/>
    <dgm:cxn modelId="{75E231D7-DE63-084E-AF81-6C4B51902018}" type="presParOf" srcId="{257C5EE9-C20A-BD4C-A66E-11042628C070}" destId="{C26205BE-94ED-8149-B8C3-EC6A130AAE79}" srcOrd="6" destOrd="0" presId="urn:microsoft.com/office/officeart/2008/layout/LinedList"/>
    <dgm:cxn modelId="{CCB7AF1F-FF63-294C-AB6A-1E97591DB870}" type="presParOf" srcId="{257C5EE9-C20A-BD4C-A66E-11042628C070}" destId="{7C4867C4-5C0E-984C-952B-3A635B44DF32}" srcOrd="7" destOrd="0" presId="urn:microsoft.com/office/officeart/2008/layout/LinedList"/>
    <dgm:cxn modelId="{ED284734-E54C-C247-B41A-CBEA5DDF940A}" type="presParOf" srcId="{7C4867C4-5C0E-984C-952B-3A635B44DF32}" destId="{E586DBBE-DB17-D94D-AE66-5D65509EE7BE}" srcOrd="0" destOrd="0" presId="urn:microsoft.com/office/officeart/2008/layout/LinedList"/>
    <dgm:cxn modelId="{66572C50-0D06-C44A-AF89-F13793E96128}" type="presParOf" srcId="{7C4867C4-5C0E-984C-952B-3A635B44DF32}" destId="{A7A861FF-3DCE-A04B-B443-F2D8589A7AFA}" srcOrd="1" destOrd="0" presId="urn:microsoft.com/office/officeart/2008/layout/LinedList"/>
    <dgm:cxn modelId="{6147AE84-73E9-894F-A9CF-E492ABF19BD8}" type="presParOf" srcId="{257C5EE9-C20A-BD4C-A66E-11042628C070}" destId="{A6C7D0A2-B97B-1540-871C-F8CE1DDF548B}" srcOrd="8" destOrd="0" presId="urn:microsoft.com/office/officeart/2008/layout/LinedList"/>
    <dgm:cxn modelId="{7448896B-FFFF-9F44-8EEB-E92450240E17}" type="presParOf" srcId="{257C5EE9-C20A-BD4C-A66E-11042628C070}" destId="{AF658E12-6DC9-C649-8A20-2231A09B2835}" srcOrd="9" destOrd="0" presId="urn:microsoft.com/office/officeart/2008/layout/LinedList"/>
    <dgm:cxn modelId="{24FA75CC-5E7E-D94F-8F50-2BE5D9272640}" type="presParOf" srcId="{AF658E12-6DC9-C649-8A20-2231A09B2835}" destId="{83476F6D-0219-D34A-BC5C-0501064C5E20}" srcOrd="0" destOrd="0" presId="urn:microsoft.com/office/officeart/2008/layout/LinedList"/>
    <dgm:cxn modelId="{81218CE2-B3F9-2D4E-8A21-D7EFC16F81DD}" type="presParOf" srcId="{AF658E12-6DC9-C649-8A20-2231A09B2835}" destId="{6F45E838-B2B8-FC40-8175-5CC241526E3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CE1DC9-58D7-4B72-8926-D1D71F2D9A3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3D783DE-75B5-4D05-877F-C6C2C230AD33}">
      <dgm:prSet/>
      <dgm:spPr/>
      <dgm:t>
        <a:bodyPr/>
        <a:lstStyle/>
        <a:p>
          <a:r>
            <a:rPr lang="en-US"/>
            <a:t>5-day shutdown. </a:t>
          </a:r>
        </a:p>
      </dgm:t>
    </dgm:pt>
    <dgm:pt modelId="{14594711-C936-4242-B891-162508EFD276}" type="parTrans" cxnId="{D1EB462B-3FE0-42E4-B75E-150575E66520}">
      <dgm:prSet/>
      <dgm:spPr/>
      <dgm:t>
        <a:bodyPr/>
        <a:lstStyle/>
        <a:p>
          <a:endParaRPr lang="en-US"/>
        </a:p>
      </dgm:t>
    </dgm:pt>
    <dgm:pt modelId="{FD24B3A2-2B5D-4FBD-AA43-262F530D42B9}" type="sibTrans" cxnId="{D1EB462B-3FE0-42E4-B75E-150575E66520}">
      <dgm:prSet/>
      <dgm:spPr/>
      <dgm:t>
        <a:bodyPr/>
        <a:lstStyle/>
        <a:p>
          <a:endParaRPr lang="en-US"/>
        </a:p>
      </dgm:t>
    </dgm:pt>
    <dgm:pt modelId="{66DA3B5C-2FF1-4299-96DD-CA935E0B8BBD}">
      <dgm:prSet/>
      <dgm:spPr/>
      <dgm:t>
        <a:bodyPr/>
        <a:lstStyle/>
        <a:p>
          <a:r>
            <a:rPr lang="en-US"/>
            <a:t>Fuel shortages. </a:t>
          </a:r>
        </a:p>
      </dgm:t>
    </dgm:pt>
    <dgm:pt modelId="{435D20CB-2865-4BD1-BBE2-2175CF808B50}" type="parTrans" cxnId="{51EEBD09-2C22-4B82-92EF-EFFC2720CF28}">
      <dgm:prSet/>
      <dgm:spPr/>
      <dgm:t>
        <a:bodyPr/>
        <a:lstStyle/>
        <a:p>
          <a:endParaRPr lang="en-US"/>
        </a:p>
      </dgm:t>
    </dgm:pt>
    <dgm:pt modelId="{76FE2199-6E5D-4413-8157-03E89C17CE60}" type="sibTrans" cxnId="{51EEBD09-2C22-4B82-92EF-EFFC2720CF28}">
      <dgm:prSet/>
      <dgm:spPr/>
      <dgm:t>
        <a:bodyPr/>
        <a:lstStyle/>
        <a:p>
          <a:endParaRPr lang="en-US"/>
        </a:p>
      </dgm:t>
    </dgm:pt>
    <dgm:pt modelId="{32CB543A-1256-4613-911B-2EA89527E1D4}">
      <dgm:prSet/>
      <dgm:spPr/>
      <dgm:t>
        <a:bodyPr/>
        <a:lstStyle/>
        <a:p>
          <a:r>
            <a:rPr lang="en-US"/>
            <a:t>Panic buying. </a:t>
          </a:r>
        </a:p>
      </dgm:t>
    </dgm:pt>
    <dgm:pt modelId="{15DC0678-3B76-4807-B20B-6CB50247FCDC}" type="parTrans" cxnId="{C7D89678-F6FE-452A-9547-AE59D5BF50DF}">
      <dgm:prSet/>
      <dgm:spPr/>
      <dgm:t>
        <a:bodyPr/>
        <a:lstStyle/>
        <a:p>
          <a:endParaRPr lang="en-US"/>
        </a:p>
      </dgm:t>
    </dgm:pt>
    <dgm:pt modelId="{45684748-27EF-4FCC-B5E8-4ABB88BD206D}" type="sibTrans" cxnId="{C7D89678-F6FE-452A-9547-AE59D5BF50DF}">
      <dgm:prSet/>
      <dgm:spPr/>
      <dgm:t>
        <a:bodyPr/>
        <a:lstStyle/>
        <a:p>
          <a:endParaRPr lang="en-US"/>
        </a:p>
      </dgm:t>
    </dgm:pt>
    <dgm:pt modelId="{D4E10756-EC00-4810-8F68-164D0FA07DF8}">
      <dgm:prSet/>
      <dgm:spPr/>
      <dgm:t>
        <a:bodyPr/>
        <a:lstStyle/>
        <a:p>
          <a:r>
            <a:rPr lang="en-US"/>
            <a:t>Long queues. </a:t>
          </a:r>
        </a:p>
      </dgm:t>
    </dgm:pt>
    <dgm:pt modelId="{0670BD6F-9735-4E68-967D-2EF2AA366345}" type="parTrans" cxnId="{CB7078B2-CA87-473F-93EE-9081D6AA3906}">
      <dgm:prSet/>
      <dgm:spPr/>
      <dgm:t>
        <a:bodyPr/>
        <a:lstStyle/>
        <a:p>
          <a:endParaRPr lang="en-US"/>
        </a:p>
      </dgm:t>
    </dgm:pt>
    <dgm:pt modelId="{A1A067CE-C3A4-41FC-A953-808DFE1DE352}" type="sibTrans" cxnId="{CB7078B2-CA87-473F-93EE-9081D6AA3906}">
      <dgm:prSet/>
      <dgm:spPr/>
      <dgm:t>
        <a:bodyPr/>
        <a:lstStyle/>
        <a:p>
          <a:endParaRPr lang="en-US"/>
        </a:p>
      </dgm:t>
    </dgm:pt>
    <dgm:pt modelId="{263DA7CC-49EF-4416-892B-0EC20435B4DD}">
      <dgm:prSet/>
      <dgm:spPr/>
      <dgm:t>
        <a:bodyPr/>
        <a:lstStyle/>
        <a:p>
          <a:r>
            <a:rPr lang="en-US"/>
            <a:t>Fuel price increases. </a:t>
          </a:r>
        </a:p>
      </dgm:t>
    </dgm:pt>
    <dgm:pt modelId="{0B927B32-A8BF-40E1-A227-F6DD07EC9F2A}" type="parTrans" cxnId="{42725CB0-2ABC-4FDE-A68D-8952D94C10DB}">
      <dgm:prSet/>
      <dgm:spPr/>
      <dgm:t>
        <a:bodyPr/>
        <a:lstStyle/>
        <a:p>
          <a:endParaRPr lang="en-US"/>
        </a:p>
      </dgm:t>
    </dgm:pt>
    <dgm:pt modelId="{91BDB265-2551-4EA4-A342-AEF7BC719724}" type="sibTrans" cxnId="{42725CB0-2ABC-4FDE-A68D-8952D94C10DB}">
      <dgm:prSet/>
      <dgm:spPr/>
      <dgm:t>
        <a:bodyPr/>
        <a:lstStyle/>
        <a:p>
          <a:endParaRPr lang="en-US"/>
        </a:p>
      </dgm:t>
    </dgm:pt>
    <dgm:pt modelId="{67BD667B-129A-4C60-9AA0-88EA269BDE65}">
      <dgm:prSet/>
      <dgm:spPr/>
      <dgm:t>
        <a:bodyPr/>
        <a:lstStyle/>
        <a:p>
          <a:r>
            <a:rPr lang="en-US"/>
            <a:t>Logistics and Aviation operational disruptions. </a:t>
          </a:r>
        </a:p>
      </dgm:t>
    </dgm:pt>
    <dgm:pt modelId="{6C0FFE8C-42E1-4A4B-82C2-35E38965C252}" type="parTrans" cxnId="{EB5BD878-31AB-4706-87FE-5536B48976A2}">
      <dgm:prSet/>
      <dgm:spPr/>
      <dgm:t>
        <a:bodyPr/>
        <a:lstStyle/>
        <a:p>
          <a:endParaRPr lang="en-US"/>
        </a:p>
      </dgm:t>
    </dgm:pt>
    <dgm:pt modelId="{304EEACF-B2AA-4943-9E3A-AFBDE90DB6C5}" type="sibTrans" cxnId="{EB5BD878-31AB-4706-87FE-5536B48976A2}">
      <dgm:prSet/>
      <dgm:spPr/>
      <dgm:t>
        <a:bodyPr/>
        <a:lstStyle/>
        <a:p>
          <a:endParaRPr lang="en-US"/>
        </a:p>
      </dgm:t>
    </dgm:pt>
    <dgm:pt modelId="{315E3E18-B7FE-4A92-904C-F953852219B6}" type="pres">
      <dgm:prSet presAssocID="{39CE1DC9-58D7-4B72-8926-D1D71F2D9A3E}" presName="root" presStyleCnt="0">
        <dgm:presLayoutVars>
          <dgm:dir/>
          <dgm:resizeHandles val="exact"/>
        </dgm:presLayoutVars>
      </dgm:prSet>
      <dgm:spPr/>
    </dgm:pt>
    <dgm:pt modelId="{8D0903BD-2610-4736-8001-43DFB6588117}" type="pres">
      <dgm:prSet presAssocID="{83D783DE-75B5-4D05-877F-C6C2C230AD33}" presName="compNode" presStyleCnt="0"/>
      <dgm:spPr/>
    </dgm:pt>
    <dgm:pt modelId="{83F57D10-7ACD-4F81-8B45-EDA8A920EA33}" type="pres">
      <dgm:prSet presAssocID="{83D783DE-75B5-4D05-877F-C6C2C230AD33}" presName="bgRect" presStyleLbl="bgShp" presStyleIdx="0" presStyleCnt="6"/>
      <dgm:spPr/>
    </dgm:pt>
    <dgm:pt modelId="{E38D85F7-B90B-4148-AB8A-2D6640E39828}" type="pres">
      <dgm:prSet presAssocID="{83D783DE-75B5-4D05-877F-C6C2C230AD3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146BAC86-EDD6-4905-BA72-7191DF7BAFA7}" type="pres">
      <dgm:prSet presAssocID="{83D783DE-75B5-4D05-877F-C6C2C230AD33}" presName="spaceRect" presStyleCnt="0"/>
      <dgm:spPr/>
    </dgm:pt>
    <dgm:pt modelId="{3B5232B0-8D0E-4DC5-9182-8C067EF3B1E7}" type="pres">
      <dgm:prSet presAssocID="{83D783DE-75B5-4D05-877F-C6C2C230AD33}" presName="parTx" presStyleLbl="revTx" presStyleIdx="0" presStyleCnt="6">
        <dgm:presLayoutVars>
          <dgm:chMax val="0"/>
          <dgm:chPref val="0"/>
        </dgm:presLayoutVars>
      </dgm:prSet>
      <dgm:spPr/>
    </dgm:pt>
    <dgm:pt modelId="{5DD17655-1714-41FA-91F6-F4B7AB545603}" type="pres">
      <dgm:prSet presAssocID="{FD24B3A2-2B5D-4FBD-AA43-262F530D42B9}" presName="sibTrans" presStyleCnt="0"/>
      <dgm:spPr/>
    </dgm:pt>
    <dgm:pt modelId="{4FB102BB-40CF-4B7A-8269-3D897F3F840F}" type="pres">
      <dgm:prSet presAssocID="{66DA3B5C-2FF1-4299-96DD-CA935E0B8BBD}" presName="compNode" presStyleCnt="0"/>
      <dgm:spPr/>
    </dgm:pt>
    <dgm:pt modelId="{5D8883BA-A5E9-4FA2-B2A0-295A43481DC6}" type="pres">
      <dgm:prSet presAssocID="{66DA3B5C-2FF1-4299-96DD-CA935E0B8BBD}" presName="bgRect" presStyleLbl="bgShp" presStyleIdx="1" presStyleCnt="6"/>
      <dgm:spPr/>
    </dgm:pt>
    <dgm:pt modelId="{539BD533-7131-48FF-93BE-F0327AF88EF2}" type="pres">
      <dgm:prSet presAssocID="{66DA3B5C-2FF1-4299-96DD-CA935E0B8BB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D9BBE0E8-91A3-4577-800E-D8C5062B12BA}" type="pres">
      <dgm:prSet presAssocID="{66DA3B5C-2FF1-4299-96DD-CA935E0B8BBD}" presName="spaceRect" presStyleCnt="0"/>
      <dgm:spPr/>
    </dgm:pt>
    <dgm:pt modelId="{B2C1B680-3AFA-48AA-B99F-41486C2B647A}" type="pres">
      <dgm:prSet presAssocID="{66DA3B5C-2FF1-4299-96DD-CA935E0B8BBD}" presName="parTx" presStyleLbl="revTx" presStyleIdx="1" presStyleCnt="6">
        <dgm:presLayoutVars>
          <dgm:chMax val="0"/>
          <dgm:chPref val="0"/>
        </dgm:presLayoutVars>
      </dgm:prSet>
      <dgm:spPr/>
    </dgm:pt>
    <dgm:pt modelId="{5821295A-E15B-4550-9C8C-469D019E1DF5}" type="pres">
      <dgm:prSet presAssocID="{76FE2199-6E5D-4413-8157-03E89C17CE60}" presName="sibTrans" presStyleCnt="0"/>
      <dgm:spPr/>
    </dgm:pt>
    <dgm:pt modelId="{74517B41-B285-46C2-BD28-91F934AA6A0C}" type="pres">
      <dgm:prSet presAssocID="{32CB543A-1256-4613-911B-2EA89527E1D4}" presName="compNode" presStyleCnt="0"/>
      <dgm:spPr/>
    </dgm:pt>
    <dgm:pt modelId="{A949B8D3-E300-4F0B-BB7C-4A5F4511340A}" type="pres">
      <dgm:prSet presAssocID="{32CB543A-1256-4613-911B-2EA89527E1D4}" presName="bgRect" presStyleLbl="bgShp" presStyleIdx="2" presStyleCnt="6"/>
      <dgm:spPr/>
    </dgm:pt>
    <dgm:pt modelId="{CFBBA040-E0EC-4CA4-A86D-4AA3989BE7F8}" type="pres">
      <dgm:prSet presAssocID="{32CB543A-1256-4613-911B-2EA89527E1D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5BD6BB0B-4D18-46A9-91B6-3799F2C5B693}" type="pres">
      <dgm:prSet presAssocID="{32CB543A-1256-4613-911B-2EA89527E1D4}" presName="spaceRect" presStyleCnt="0"/>
      <dgm:spPr/>
    </dgm:pt>
    <dgm:pt modelId="{5BA1DE9B-E944-4968-AF7D-2F05BB9E38FB}" type="pres">
      <dgm:prSet presAssocID="{32CB543A-1256-4613-911B-2EA89527E1D4}" presName="parTx" presStyleLbl="revTx" presStyleIdx="2" presStyleCnt="6">
        <dgm:presLayoutVars>
          <dgm:chMax val="0"/>
          <dgm:chPref val="0"/>
        </dgm:presLayoutVars>
      </dgm:prSet>
      <dgm:spPr/>
    </dgm:pt>
    <dgm:pt modelId="{AE46BF76-76E1-478A-97CA-F49F107E895B}" type="pres">
      <dgm:prSet presAssocID="{45684748-27EF-4FCC-B5E8-4ABB88BD206D}" presName="sibTrans" presStyleCnt="0"/>
      <dgm:spPr/>
    </dgm:pt>
    <dgm:pt modelId="{D096444F-196A-4E27-B85C-B9F4E2F48F70}" type="pres">
      <dgm:prSet presAssocID="{D4E10756-EC00-4810-8F68-164D0FA07DF8}" presName="compNode" presStyleCnt="0"/>
      <dgm:spPr/>
    </dgm:pt>
    <dgm:pt modelId="{6DB9C4B0-1342-4011-BC28-DBB9685DB719}" type="pres">
      <dgm:prSet presAssocID="{D4E10756-EC00-4810-8F68-164D0FA07DF8}" presName="bgRect" presStyleLbl="bgShp" presStyleIdx="3" presStyleCnt="6"/>
      <dgm:spPr/>
    </dgm:pt>
    <dgm:pt modelId="{C91D46B6-31D7-4848-981C-A187AFE33469}" type="pres">
      <dgm:prSet presAssocID="{D4E10756-EC00-4810-8F68-164D0FA07DF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 Finished"/>
        </a:ext>
      </dgm:extLst>
    </dgm:pt>
    <dgm:pt modelId="{81C2885C-91A8-40E1-95AC-2BA0FFC3EB80}" type="pres">
      <dgm:prSet presAssocID="{D4E10756-EC00-4810-8F68-164D0FA07DF8}" presName="spaceRect" presStyleCnt="0"/>
      <dgm:spPr/>
    </dgm:pt>
    <dgm:pt modelId="{8898883C-AF9F-40C9-849F-59151E2DDEE6}" type="pres">
      <dgm:prSet presAssocID="{D4E10756-EC00-4810-8F68-164D0FA07DF8}" presName="parTx" presStyleLbl="revTx" presStyleIdx="3" presStyleCnt="6">
        <dgm:presLayoutVars>
          <dgm:chMax val="0"/>
          <dgm:chPref val="0"/>
        </dgm:presLayoutVars>
      </dgm:prSet>
      <dgm:spPr/>
    </dgm:pt>
    <dgm:pt modelId="{8A8A5C80-C183-44FE-8061-0A90B0E61271}" type="pres">
      <dgm:prSet presAssocID="{A1A067CE-C3A4-41FC-A953-808DFE1DE352}" presName="sibTrans" presStyleCnt="0"/>
      <dgm:spPr/>
    </dgm:pt>
    <dgm:pt modelId="{DC1A09AC-58DC-4915-AF55-239ED8B0339B}" type="pres">
      <dgm:prSet presAssocID="{263DA7CC-49EF-4416-892B-0EC20435B4DD}" presName="compNode" presStyleCnt="0"/>
      <dgm:spPr/>
    </dgm:pt>
    <dgm:pt modelId="{713137DC-E105-42A4-8AA8-1069F7E43051}" type="pres">
      <dgm:prSet presAssocID="{263DA7CC-49EF-4416-892B-0EC20435B4DD}" presName="bgRect" presStyleLbl="bgShp" presStyleIdx="4" presStyleCnt="6"/>
      <dgm:spPr/>
    </dgm:pt>
    <dgm:pt modelId="{80C45C2D-AFA8-4456-8264-38A25AF2B3C6}" type="pres">
      <dgm:prSet presAssocID="{263DA7CC-49EF-4416-892B-0EC20435B4D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A35B8E2-3716-4486-9951-AD9A6E63FE68}" type="pres">
      <dgm:prSet presAssocID="{263DA7CC-49EF-4416-892B-0EC20435B4DD}" presName="spaceRect" presStyleCnt="0"/>
      <dgm:spPr/>
    </dgm:pt>
    <dgm:pt modelId="{03263428-18C2-45E7-920E-DC3249AC46A2}" type="pres">
      <dgm:prSet presAssocID="{263DA7CC-49EF-4416-892B-0EC20435B4DD}" presName="parTx" presStyleLbl="revTx" presStyleIdx="4" presStyleCnt="6">
        <dgm:presLayoutVars>
          <dgm:chMax val="0"/>
          <dgm:chPref val="0"/>
        </dgm:presLayoutVars>
      </dgm:prSet>
      <dgm:spPr/>
    </dgm:pt>
    <dgm:pt modelId="{3A7D3584-5976-4984-9771-6E1F59E18D90}" type="pres">
      <dgm:prSet presAssocID="{91BDB265-2551-4EA4-A342-AEF7BC719724}" presName="sibTrans" presStyleCnt="0"/>
      <dgm:spPr/>
    </dgm:pt>
    <dgm:pt modelId="{A431DB5C-89B0-4337-B57B-CFEEC239D2A7}" type="pres">
      <dgm:prSet presAssocID="{67BD667B-129A-4C60-9AA0-88EA269BDE65}" presName="compNode" presStyleCnt="0"/>
      <dgm:spPr/>
    </dgm:pt>
    <dgm:pt modelId="{472AE6C1-5B95-40E9-9E31-FE21F0EBD073}" type="pres">
      <dgm:prSet presAssocID="{67BD667B-129A-4C60-9AA0-88EA269BDE65}" presName="bgRect" presStyleLbl="bgShp" presStyleIdx="5" presStyleCnt="6"/>
      <dgm:spPr/>
    </dgm:pt>
    <dgm:pt modelId="{4C5284E0-672E-49FB-B0DD-057208FF88F7}" type="pres">
      <dgm:prSet presAssocID="{67BD667B-129A-4C60-9AA0-88EA269BDE6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0AE01642-5E63-44AD-81D6-395B4F8C89F2}" type="pres">
      <dgm:prSet presAssocID="{67BD667B-129A-4C60-9AA0-88EA269BDE65}" presName="spaceRect" presStyleCnt="0"/>
      <dgm:spPr/>
    </dgm:pt>
    <dgm:pt modelId="{86322907-34CE-4A83-B4D7-64BBDFAFAACA}" type="pres">
      <dgm:prSet presAssocID="{67BD667B-129A-4C60-9AA0-88EA269BDE6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1EEBD09-2C22-4B82-92EF-EFFC2720CF28}" srcId="{39CE1DC9-58D7-4B72-8926-D1D71F2D9A3E}" destId="{66DA3B5C-2FF1-4299-96DD-CA935E0B8BBD}" srcOrd="1" destOrd="0" parTransId="{435D20CB-2865-4BD1-BBE2-2175CF808B50}" sibTransId="{76FE2199-6E5D-4413-8157-03E89C17CE60}"/>
    <dgm:cxn modelId="{4674151B-6221-48B9-A060-2F3D769CF37A}" type="presOf" srcId="{39CE1DC9-58D7-4B72-8926-D1D71F2D9A3E}" destId="{315E3E18-B7FE-4A92-904C-F953852219B6}" srcOrd="0" destOrd="0" presId="urn:microsoft.com/office/officeart/2018/2/layout/IconVerticalSolidList"/>
    <dgm:cxn modelId="{7B4C0420-C6C4-4227-B64D-79B03EED228B}" type="presOf" srcId="{66DA3B5C-2FF1-4299-96DD-CA935E0B8BBD}" destId="{B2C1B680-3AFA-48AA-B99F-41486C2B647A}" srcOrd="0" destOrd="0" presId="urn:microsoft.com/office/officeart/2018/2/layout/IconVerticalSolidList"/>
    <dgm:cxn modelId="{D1EB462B-3FE0-42E4-B75E-150575E66520}" srcId="{39CE1DC9-58D7-4B72-8926-D1D71F2D9A3E}" destId="{83D783DE-75B5-4D05-877F-C6C2C230AD33}" srcOrd="0" destOrd="0" parTransId="{14594711-C936-4242-B891-162508EFD276}" sibTransId="{FD24B3A2-2B5D-4FBD-AA43-262F530D42B9}"/>
    <dgm:cxn modelId="{C8884834-6B39-4F4D-9A99-BAA9475EBCC5}" type="presOf" srcId="{263DA7CC-49EF-4416-892B-0EC20435B4DD}" destId="{03263428-18C2-45E7-920E-DC3249AC46A2}" srcOrd="0" destOrd="0" presId="urn:microsoft.com/office/officeart/2018/2/layout/IconVerticalSolidList"/>
    <dgm:cxn modelId="{1D99A639-CF8E-4A75-80E1-3A7AC78912C7}" type="presOf" srcId="{32CB543A-1256-4613-911B-2EA89527E1D4}" destId="{5BA1DE9B-E944-4968-AF7D-2F05BB9E38FB}" srcOrd="0" destOrd="0" presId="urn:microsoft.com/office/officeart/2018/2/layout/IconVerticalSolidList"/>
    <dgm:cxn modelId="{C7D89678-F6FE-452A-9547-AE59D5BF50DF}" srcId="{39CE1DC9-58D7-4B72-8926-D1D71F2D9A3E}" destId="{32CB543A-1256-4613-911B-2EA89527E1D4}" srcOrd="2" destOrd="0" parTransId="{15DC0678-3B76-4807-B20B-6CB50247FCDC}" sibTransId="{45684748-27EF-4FCC-B5E8-4ABB88BD206D}"/>
    <dgm:cxn modelId="{EB5BD878-31AB-4706-87FE-5536B48976A2}" srcId="{39CE1DC9-58D7-4B72-8926-D1D71F2D9A3E}" destId="{67BD667B-129A-4C60-9AA0-88EA269BDE65}" srcOrd="5" destOrd="0" parTransId="{6C0FFE8C-42E1-4A4B-82C2-35E38965C252}" sibTransId="{304EEACF-B2AA-4943-9E3A-AFBDE90DB6C5}"/>
    <dgm:cxn modelId="{9F448788-B322-4A61-80A2-959D66652E1F}" type="presOf" srcId="{67BD667B-129A-4C60-9AA0-88EA269BDE65}" destId="{86322907-34CE-4A83-B4D7-64BBDFAFAACA}" srcOrd="0" destOrd="0" presId="urn:microsoft.com/office/officeart/2018/2/layout/IconVerticalSolidList"/>
    <dgm:cxn modelId="{4C8913A7-B446-45EC-9151-EE35A6519D6A}" type="presOf" srcId="{D4E10756-EC00-4810-8F68-164D0FA07DF8}" destId="{8898883C-AF9F-40C9-849F-59151E2DDEE6}" srcOrd="0" destOrd="0" presId="urn:microsoft.com/office/officeart/2018/2/layout/IconVerticalSolidList"/>
    <dgm:cxn modelId="{42725CB0-2ABC-4FDE-A68D-8952D94C10DB}" srcId="{39CE1DC9-58D7-4B72-8926-D1D71F2D9A3E}" destId="{263DA7CC-49EF-4416-892B-0EC20435B4DD}" srcOrd="4" destOrd="0" parTransId="{0B927B32-A8BF-40E1-A227-F6DD07EC9F2A}" sibTransId="{91BDB265-2551-4EA4-A342-AEF7BC719724}"/>
    <dgm:cxn modelId="{CB7078B2-CA87-473F-93EE-9081D6AA3906}" srcId="{39CE1DC9-58D7-4B72-8926-D1D71F2D9A3E}" destId="{D4E10756-EC00-4810-8F68-164D0FA07DF8}" srcOrd="3" destOrd="0" parTransId="{0670BD6F-9735-4E68-967D-2EF2AA366345}" sibTransId="{A1A067CE-C3A4-41FC-A953-808DFE1DE352}"/>
    <dgm:cxn modelId="{4196CEE5-9CCA-4EB7-90C5-6AC02D148ED4}" type="presOf" srcId="{83D783DE-75B5-4D05-877F-C6C2C230AD33}" destId="{3B5232B0-8D0E-4DC5-9182-8C067EF3B1E7}" srcOrd="0" destOrd="0" presId="urn:microsoft.com/office/officeart/2018/2/layout/IconVerticalSolidList"/>
    <dgm:cxn modelId="{AE06C879-B34A-484C-9630-FD0CE085D430}" type="presParOf" srcId="{315E3E18-B7FE-4A92-904C-F953852219B6}" destId="{8D0903BD-2610-4736-8001-43DFB6588117}" srcOrd="0" destOrd="0" presId="urn:microsoft.com/office/officeart/2018/2/layout/IconVerticalSolidList"/>
    <dgm:cxn modelId="{6DAA8F76-707E-46CA-A85F-D02AD23F5F44}" type="presParOf" srcId="{8D0903BD-2610-4736-8001-43DFB6588117}" destId="{83F57D10-7ACD-4F81-8B45-EDA8A920EA33}" srcOrd="0" destOrd="0" presId="urn:microsoft.com/office/officeart/2018/2/layout/IconVerticalSolidList"/>
    <dgm:cxn modelId="{EB75C989-7526-4457-A76B-002E526ADD83}" type="presParOf" srcId="{8D0903BD-2610-4736-8001-43DFB6588117}" destId="{E38D85F7-B90B-4148-AB8A-2D6640E39828}" srcOrd="1" destOrd="0" presId="urn:microsoft.com/office/officeart/2018/2/layout/IconVerticalSolidList"/>
    <dgm:cxn modelId="{42FD5037-D81A-4E6A-840B-883D951343D2}" type="presParOf" srcId="{8D0903BD-2610-4736-8001-43DFB6588117}" destId="{146BAC86-EDD6-4905-BA72-7191DF7BAFA7}" srcOrd="2" destOrd="0" presId="urn:microsoft.com/office/officeart/2018/2/layout/IconVerticalSolidList"/>
    <dgm:cxn modelId="{9DE7846F-32E4-47ED-AE63-5A47854DDC09}" type="presParOf" srcId="{8D0903BD-2610-4736-8001-43DFB6588117}" destId="{3B5232B0-8D0E-4DC5-9182-8C067EF3B1E7}" srcOrd="3" destOrd="0" presId="urn:microsoft.com/office/officeart/2018/2/layout/IconVerticalSolidList"/>
    <dgm:cxn modelId="{DE88DA0F-44FD-4CFB-BFD6-DF52D24A12A4}" type="presParOf" srcId="{315E3E18-B7FE-4A92-904C-F953852219B6}" destId="{5DD17655-1714-41FA-91F6-F4B7AB545603}" srcOrd="1" destOrd="0" presId="urn:microsoft.com/office/officeart/2018/2/layout/IconVerticalSolidList"/>
    <dgm:cxn modelId="{FF43D72F-4CAE-4D5E-ABE5-5320214F26EC}" type="presParOf" srcId="{315E3E18-B7FE-4A92-904C-F953852219B6}" destId="{4FB102BB-40CF-4B7A-8269-3D897F3F840F}" srcOrd="2" destOrd="0" presId="urn:microsoft.com/office/officeart/2018/2/layout/IconVerticalSolidList"/>
    <dgm:cxn modelId="{8D301357-C55E-4236-B583-AAD319684768}" type="presParOf" srcId="{4FB102BB-40CF-4B7A-8269-3D897F3F840F}" destId="{5D8883BA-A5E9-4FA2-B2A0-295A43481DC6}" srcOrd="0" destOrd="0" presId="urn:microsoft.com/office/officeart/2018/2/layout/IconVerticalSolidList"/>
    <dgm:cxn modelId="{C472A3BE-4E7E-4295-8A16-9FD19C134F85}" type="presParOf" srcId="{4FB102BB-40CF-4B7A-8269-3D897F3F840F}" destId="{539BD533-7131-48FF-93BE-F0327AF88EF2}" srcOrd="1" destOrd="0" presId="urn:microsoft.com/office/officeart/2018/2/layout/IconVerticalSolidList"/>
    <dgm:cxn modelId="{450E6B46-B0BE-4610-9F5B-C209075FC248}" type="presParOf" srcId="{4FB102BB-40CF-4B7A-8269-3D897F3F840F}" destId="{D9BBE0E8-91A3-4577-800E-D8C5062B12BA}" srcOrd="2" destOrd="0" presId="urn:microsoft.com/office/officeart/2018/2/layout/IconVerticalSolidList"/>
    <dgm:cxn modelId="{7405E482-B0C1-448D-BEAF-3F53BB1A9AAC}" type="presParOf" srcId="{4FB102BB-40CF-4B7A-8269-3D897F3F840F}" destId="{B2C1B680-3AFA-48AA-B99F-41486C2B647A}" srcOrd="3" destOrd="0" presId="urn:microsoft.com/office/officeart/2018/2/layout/IconVerticalSolidList"/>
    <dgm:cxn modelId="{A2AE465B-2296-42DD-B57A-1A9B8804109F}" type="presParOf" srcId="{315E3E18-B7FE-4A92-904C-F953852219B6}" destId="{5821295A-E15B-4550-9C8C-469D019E1DF5}" srcOrd="3" destOrd="0" presId="urn:microsoft.com/office/officeart/2018/2/layout/IconVerticalSolidList"/>
    <dgm:cxn modelId="{9676A47F-FA5C-441A-AF79-90BADB3A6C43}" type="presParOf" srcId="{315E3E18-B7FE-4A92-904C-F953852219B6}" destId="{74517B41-B285-46C2-BD28-91F934AA6A0C}" srcOrd="4" destOrd="0" presId="urn:microsoft.com/office/officeart/2018/2/layout/IconVerticalSolidList"/>
    <dgm:cxn modelId="{A2510942-B6F1-42DE-971B-CE6A1AED5865}" type="presParOf" srcId="{74517B41-B285-46C2-BD28-91F934AA6A0C}" destId="{A949B8D3-E300-4F0B-BB7C-4A5F4511340A}" srcOrd="0" destOrd="0" presId="urn:microsoft.com/office/officeart/2018/2/layout/IconVerticalSolidList"/>
    <dgm:cxn modelId="{F822D8C1-9979-48B7-980C-E39227FD7B0E}" type="presParOf" srcId="{74517B41-B285-46C2-BD28-91F934AA6A0C}" destId="{CFBBA040-E0EC-4CA4-A86D-4AA3989BE7F8}" srcOrd="1" destOrd="0" presId="urn:microsoft.com/office/officeart/2018/2/layout/IconVerticalSolidList"/>
    <dgm:cxn modelId="{9068415F-AD5C-4D3D-BE1B-699DD2F2AED5}" type="presParOf" srcId="{74517B41-B285-46C2-BD28-91F934AA6A0C}" destId="{5BD6BB0B-4D18-46A9-91B6-3799F2C5B693}" srcOrd="2" destOrd="0" presId="urn:microsoft.com/office/officeart/2018/2/layout/IconVerticalSolidList"/>
    <dgm:cxn modelId="{1EB86606-292C-480E-980B-3A4A20D55447}" type="presParOf" srcId="{74517B41-B285-46C2-BD28-91F934AA6A0C}" destId="{5BA1DE9B-E944-4968-AF7D-2F05BB9E38FB}" srcOrd="3" destOrd="0" presId="urn:microsoft.com/office/officeart/2018/2/layout/IconVerticalSolidList"/>
    <dgm:cxn modelId="{089011AD-5FC6-45A8-B3CB-A904A80EC0A7}" type="presParOf" srcId="{315E3E18-B7FE-4A92-904C-F953852219B6}" destId="{AE46BF76-76E1-478A-97CA-F49F107E895B}" srcOrd="5" destOrd="0" presId="urn:microsoft.com/office/officeart/2018/2/layout/IconVerticalSolidList"/>
    <dgm:cxn modelId="{6FFCF9DD-9DBE-4512-A5C2-7E9F476EF925}" type="presParOf" srcId="{315E3E18-B7FE-4A92-904C-F953852219B6}" destId="{D096444F-196A-4E27-B85C-B9F4E2F48F70}" srcOrd="6" destOrd="0" presId="urn:microsoft.com/office/officeart/2018/2/layout/IconVerticalSolidList"/>
    <dgm:cxn modelId="{B79DB244-FA1D-4491-A65D-FD44349C7C84}" type="presParOf" srcId="{D096444F-196A-4E27-B85C-B9F4E2F48F70}" destId="{6DB9C4B0-1342-4011-BC28-DBB9685DB719}" srcOrd="0" destOrd="0" presId="urn:microsoft.com/office/officeart/2018/2/layout/IconVerticalSolidList"/>
    <dgm:cxn modelId="{E0891EAE-A8A5-45AF-8455-8EAA4A12270D}" type="presParOf" srcId="{D096444F-196A-4E27-B85C-B9F4E2F48F70}" destId="{C91D46B6-31D7-4848-981C-A187AFE33469}" srcOrd="1" destOrd="0" presId="urn:microsoft.com/office/officeart/2018/2/layout/IconVerticalSolidList"/>
    <dgm:cxn modelId="{D74C8389-40C5-4C95-84EB-5D730A04EBB8}" type="presParOf" srcId="{D096444F-196A-4E27-B85C-B9F4E2F48F70}" destId="{81C2885C-91A8-40E1-95AC-2BA0FFC3EB80}" srcOrd="2" destOrd="0" presId="urn:microsoft.com/office/officeart/2018/2/layout/IconVerticalSolidList"/>
    <dgm:cxn modelId="{8DC0498E-B8CF-45B2-A065-2516FB0F2D8B}" type="presParOf" srcId="{D096444F-196A-4E27-B85C-B9F4E2F48F70}" destId="{8898883C-AF9F-40C9-849F-59151E2DDEE6}" srcOrd="3" destOrd="0" presId="urn:microsoft.com/office/officeart/2018/2/layout/IconVerticalSolidList"/>
    <dgm:cxn modelId="{5C6BC532-BCA9-42E9-96C1-9B23B5DBEC2C}" type="presParOf" srcId="{315E3E18-B7FE-4A92-904C-F953852219B6}" destId="{8A8A5C80-C183-44FE-8061-0A90B0E61271}" srcOrd="7" destOrd="0" presId="urn:microsoft.com/office/officeart/2018/2/layout/IconVerticalSolidList"/>
    <dgm:cxn modelId="{C2D71066-16FF-48D5-90B8-469E4EA57288}" type="presParOf" srcId="{315E3E18-B7FE-4A92-904C-F953852219B6}" destId="{DC1A09AC-58DC-4915-AF55-239ED8B0339B}" srcOrd="8" destOrd="0" presId="urn:microsoft.com/office/officeart/2018/2/layout/IconVerticalSolidList"/>
    <dgm:cxn modelId="{CAC374D8-D56B-4E59-B8D9-54441BA38B76}" type="presParOf" srcId="{DC1A09AC-58DC-4915-AF55-239ED8B0339B}" destId="{713137DC-E105-42A4-8AA8-1069F7E43051}" srcOrd="0" destOrd="0" presId="urn:microsoft.com/office/officeart/2018/2/layout/IconVerticalSolidList"/>
    <dgm:cxn modelId="{B367C0EA-C625-4A3F-9530-37E0657C1DD1}" type="presParOf" srcId="{DC1A09AC-58DC-4915-AF55-239ED8B0339B}" destId="{80C45C2D-AFA8-4456-8264-38A25AF2B3C6}" srcOrd="1" destOrd="0" presId="urn:microsoft.com/office/officeart/2018/2/layout/IconVerticalSolidList"/>
    <dgm:cxn modelId="{E284A5DC-6D17-4C30-8C5C-DC06CC6B16C9}" type="presParOf" srcId="{DC1A09AC-58DC-4915-AF55-239ED8B0339B}" destId="{7A35B8E2-3716-4486-9951-AD9A6E63FE68}" srcOrd="2" destOrd="0" presId="urn:microsoft.com/office/officeart/2018/2/layout/IconVerticalSolidList"/>
    <dgm:cxn modelId="{5CF2671E-99D9-4FE8-A6BC-F93B749D517C}" type="presParOf" srcId="{DC1A09AC-58DC-4915-AF55-239ED8B0339B}" destId="{03263428-18C2-45E7-920E-DC3249AC46A2}" srcOrd="3" destOrd="0" presId="urn:microsoft.com/office/officeart/2018/2/layout/IconVerticalSolidList"/>
    <dgm:cxn modelId="{DB41F628-ACC5-45B6-8593-7431E1C067E2}" type="presParOf" srcId="{315E3E18-B7FE-4A92-904C-F953852219B6}" destId="{3A7D3584-5976-4984-9771-6E1F59E18D90}" srcOrd="9" destOrd="0" presId="urn:microsoft.com/office/officeart/2018/2/layout/IconVerticalSolidList"/>
    <dgm:cxn modelId="{0CB69C51-897D-42B8-8B7E-4885F2D15208}" type="presParOf" srcId="{315E3E18-B7FE-4A92-904C-F953852219B6}" destId="{A431DB5C-89B0-4337-B57B-CFEEC239D2A7}" srcOrd="10" destOrd="0" presId="urn:microsoft.com/office/officeart/2018/2/layout/IconVerticalSolidList"/>
    <dgm:cxn modelId="{CBF4294C-9AEB-4BC5-9563-149C1DEEAF39}" type="presParOf" srcId="{A431DB5C-89B0-4337-B57B-CFEEC239D2A7}" destId="{472AE6C1-5B95-40E9-9E31-FE21F0EBD073}" srcOrd="0" destOrd="0" presId="urn:microsoft.com/office/officeart/2018/2/layout/IconVerticalSolidList"/>
    <dgm:cxn modelId="{FBF1F89E-91B3-4061-AECA-726326A270C7}" type="presParOf" srcId="{A431DB5C-89B0-4337-B57B-CFEEC239D2A7}" destId="{4C5284E0-672E-49FB-B0DD-057208FF88F7}" srcOrd="1" destOrd="0" presId="urn:microsoft.com/office/officeart/2018/2/layout/IconVerticalSolidList"/>
    <dgm:cxn modelId="{741C03B0-FDA1-4687-AC3D-51684D15CC90}" type="presParOf" srcId="{A431DB5C-89B0-4337-B57B-CFEEC239D2A7}" destId="{0AE01642-5E63-44AD-81D6-395B4F8C89F2}" srcOrd="2" destOrd="0" presId="urn:microsoft.com/office/officeart/2018/2/layout/IconVerticalSolidList"/>
    <dgm:cxn modelId="{D763128E-32A4-429A-A661-1884BD93DAF4}" type="presParOf" srcId="{A431DB5C-89B0-4337-B57B-CFEEC239D2A7}" destId="{86322907-34CE-4A83-B4D7-64BBDFAFAA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D6AE66-3FF6-4187-88FB-34B9D21D5F5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4B2565-984A-4EFB-87D5-74D1104D42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Ransom paid in Bitcoin. </a:t>
          </a:r>
        </a:p>
      </dgm:t>
    </dgm:pt>
    <dgm:pt modelId="{85AEE66D-2624-4E25-A959-46C8F6493301}" type="parTrans" cxnId="{1731212F-58B0-40CA-B72D-33DEDA455C47}">
      <dgm:prSet/>
      <dgm:spPr/>
      <dgm:t>
        <a:bodyPr/>
        <a:lstStyle/>
        <a:p>
          <a:endParaRPr lang="en-US"/>
        </a:p>
      </dgm:t>
    </dgm:pt>
    <dgm:pt modelId="{57FADBDB-8380-4F3B-A725-9E8358D307C3}" type="sibTrans" cxnId="{1731212F-58B0-40CA-B72D-33DEDA455C47}">
      <dgm:prSet/>
      <dgm:spPr/>
      <dgm:t>
        <a:bodyPr/>
        <a:lstStyle/>
        <a:p>
          <a:endParaRPr lang="en-US"/>
        </a:p>
      </dgm:t>
    </dgm:pt>
    <dgm:pt modelId="{995CB283-8B86-4AA8-B7EF-647068F3FA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Organization paid 75 BTC </a:t>
          </a:r>
          <a:r>
            <a:rPr lang="en-IN"/>
            <a:t> ≈ $4.4 million. </a:t>
          </a:r>
          <a:endParaRPr lang="en-US"/>
        </a:p>
      </dgm:t>
    </dgm:pt>
    <dgm:pt modelId="{8D38680E-DEEA-4F56-9B8E-26411169320A}" type="parTrans" cxnId="{DA655A0D-96FE-45F0-A373-EBD8EFFB9EF9}">
      <dgm:prSet/>
      <dgm:spPr/>
      <dgm:t>
        <a:bodyPr/>
        <a:lstStyle/>
        <a:p>
          <a:endParaRPr lang="en-US"/>
        </a:p>
      </dgm:t>
    </dgm:pt>
    <dgm:pt modelId="{D6ADBCA6-458C-43CD-B1D9-C0D0A2B53C6B}" type="sibTrans" cxnId="{DA655A0D-96FE-45F0-A373-EBD8EFFB9EF9}">
      <dgm:prSet/>
      <dgm:spPr/>
      <dgm:t>
        <a:bodyPr/>
        <a:lstStyle/>
        <a:p>
          <a:endParaRPr lang="en-US"/>
        </a:p>
      </dgm:t>
    </dgm:pt>
    <dgm:pt modelId="{2DBE4F6B-718A-498D-9EEC-CA0B60C0807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~64 BTC recovered. </a:t>
          </a:r>
          <a:endParaRPr lang="en-US"/>
        </a:p>
      </dgm:t>
    </dgm:pt>
    <dgm:pt modelId="{6417852C-1F53-40C5-808F-7F622516FE87}" type="parTrans" cxnId="{7E322675-0760-46AF-80D1-FA2855CB29CA}">
      <dgm:prSet/>
      <dgm:spPr/>
      <dgm:t>
        <a:bodyPr/>
        <a:lstStyle/>
        <a:p>
          <a:endParaRPr lang="en-US"/>
        </a:p>
      </dgm:t>
    </dgm:pt>
    <dgm:pt modelId="{E0175C88-267B-4C7D-8E55-EABA1906199E}" type="sibTrans" cxnId="{7E322675-0760-46AF-80D1-FA2855CB29CA}">
      <dgm:prSet/>
      <dgm:spPr/>
      <dgm:t>
        <a:bodyPr/>
        <a:lstStyle/>
        <a:p>
          <a:endParaRPr lang="en-US"/>
        </a:p>
      </dgm:t>
    </dgm:pt>
    <dgm:pt modelId="{5DA50F8C-FEA1-4BA5-8257-D730F3187F0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≈ $2.3 million seized. </a:t>
          </a:r>
          <a:endParaRPr lang="en-US"/>
        </a:p>
      </dgm:t>
    </dgm:pt>
    <dgm:pt modelId="{9B8B13C9-EB71-43F4-8204-7357C4162BEF}" type="parTrans" cxnId="{02FFC6D9-E3F2-4069-9FDC-C3438233173C}">
      <dgm:prSet/>
      <dgm:spPr/>
      <dgm:t>
        <a:bodyPr/>
        <a:lstStyle/>
        <a:p>
          <a:endParaRPr lang="en-US"/>
        </a:p>
      </dgm:t>
    </dgm:pt>
    <dgm:pt modelId="{F2687E57-BA78-4203-94B0-FD042CF8718A}" type="sibTrans" cxnId="{02FFC6D9-E3F2-4069-9FDC-C3438233173C}">
      <dgm:prSet/>
      <dgm:spPr/>
      <dgm:t>
        <a:bodyPr/>
        <a:lstStyle/>
        <a:p>
          <a:endParaRPr lang="en-US"/>
        </a:p>
      </dgm:t>
    </dgm:pt>
    <dgm:pt modelId="{8831D79D-E62C-471C-B1D3-2C48DA32AF6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Recovered by U.S. Department of Justice &amp; Federal Bureau of Investigation. </a:t>
          </a:r>
          <a:endParaRPr lang="en-US"/>
        </a:p>
      </dgm:t>
    </dgm:pt>
    <dgm:pt modelId="{22759D7B-B720-481D-A42F-53DB3FF3384B}" type="parTrans" cxnId="{32A6CD4A-00A3-4911-B2B5-9DC1016C8B3C}">
      <dgm:prSet/>
      <dgm:spPr/>
      <dgm:t>
        <a:bodyPr/>
        <a:lstStyle/>
        <a:p>
          <a:endParaRPr lang="en-US"/>
        </a:p>
      </dgm:t>
    </dgm:pt>
    <dgm:pt modelId="{64C5E881-5C7E-4F47-9F4A-A27D681A74F8}" type="sibTrans" cxnId="{32A6CD4A-00A3-4911-B2B5-9DC1016C8B3C}">
      <dgm:prSet/>
      <dgm:spPr/>
      <dgm:t>
        <a:bodyPr/>
        <a:lstStyle/>
        <a:p>
          <a:endParaRPr lang="en-US"/>
        </a:p>
      </dgm:t>
    </dgm:pt>
    <dgm:pt modelId="{FC92A87A-E27E-4FF4-9FCA-2B17C0B389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Total losses like operation resurrection and others exceeded the ransom cost.  </a:t>
          </a:r>
        </a:p>
      </dgm:t>
    </dgm:pt>
    <dgm:pt modelId="{255BB32E-2F10-40C4-897A-1E526A806CDC}" type="parTrans" cxnId="{7A639882-47A2-435A-B08E-2A07886B694D}">
      <dgm:prSet/>
      <dgm:spPr/>
      <dgm:t>
        <a:bodyPr/>
        <a:lstStyle/>
        <a:p>
          <a:endParaRPr lang="en-US"/>
        </a:p>
      </dgm:t>
    </dgm:pt>
    <dgm:pt modelId="{FE6E3FE6-5717-4474-A386-5BA71FC6DE4D}" type="sibTrans" cxnId="{7A639882-47A2-435A-B08E-2A07886B694D}">
      <dgm:prSet/>
      <dgm:spPr/>
      <dgm:t>
        <a:bodyPr/>
        <a:lstStyle/>
        <a:p>
          <a:endParaRPr lang="en-US"/>
        </a:p>
      </dgm:t>
    </dgm:pt>
    <dgm:pt modelId="{AFD2F15B-46EC-468A-A007-E522B6B69E4A}" type="pres">
      <dgm:prSet presAssocID="{D8D6AE66-3FF6-4187-88FB-34B9D21D5F5B}" presName="root" presStyleCnt="0">
        <dgm:presLayoutVars>
          <dgm:dir/>
          <dgm:resizeHandles val="exact"/>
        </dgm:presLayoutVars>
      </dgm:prSet>
      <dgm:spPr/>
    </dgm:pt>
    <dgm:pt modelId="{A624CC0E-B2BB-4D94-9EC2-FFA95CF55C48}" type="pres">
      <dgm:prSet presAssocID="{974B2565-984A-4EFB-87D5-74D1104D4248}" presName="compNode" presStyleCnt="0"/>
      <dgm:spPr/>
    </dgm:pt>
    <dgm:pt modelId="{53067C9F-6FDA-47AF-9314-778A819B013D}" type="pres">
      <dgm:prSet presAssocID="{974B2565-984A-4EFB-87D5-74D1104D424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3B63009-2AE7-4CA5-BED2-BC272AC87711}" type="pres">
      <dgm:prSet presAssocID="{974B2565-984A-4EFB-87D5-74D1104D4248}" presName="spaceRect" presStyleCnt="0"/>
      <dgm:spPr/>
    </dgm:pt>
    <dgm:pt modelId="{01B8625E-7790-4A5D-BF10-6684B8849C37}" type="pres">
      <dgm:prSet presAssocID="{974B2565-984A-4EFB-87D5-74D1104D4248}" presName="textRect" presStyleLbl="revTx" presStyleIdx="0" presStyleCnt="6">
        <dgm:presLayoutVars>
          <dgm:chMax val="1"/>
          <dgm:chPref val="1"/>
        </dgm:presLayoutVars>
      </dgm:prSet>
      <dgm:spPr/>
    </dgm:pt>
    <dgm:pt modelId="{FCFA0F94-C97B-4C22-9A39-9B92F060DF2D}" type="pres">
      <dgm:prSet presAssocID="{57FADBDB-8380-4F3B-A725-9E8358D307C3}" presName="sibTrans" presStyleCnt="0"/>
      <dgm:spPr/>
    </dgm:pt>
    <dgm:pt modelId="{69C42E8A-27CD-40ED-9B88-EA5B53D3EA82}" type="pres">
      <dgm:prSet presAssocID="{995CB283-8B86-4AA8-B7EF-647068F3FA18}" presName="compNode" presStyleCnt="0"/>
      <dgm:spPr/>
    </dgm:pt>
    <dgm:pt modelId="{E9EE580D-FA0F-400C-ACBC-C8F9B39C89DC}" type="pres">
      <dgm:prSet presAssocID="{995CB283-8B86-4AA8-B7EF-647068F3FA1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D74B187-D835-4582-89C4-293D7579E563}" type="pres">
      <dgm:prSet presAssocID="{995CB283-8B86-4AA8-B7EF-647068F3FA18}" presName="spaceRect" presStyleCnt="0"/>
      <dgm:spPr/>
    </dgm:pt>
    <dgm:pt modelId="{F12FBA6F-1286-4285-8D75-CA8081979169}" type="pres">
      <dgm:prSet presAssocID="{995CB283-8B86-4AA8-B7EF-647068F3FA18}" presName="textRect" presStyleLbl="revTx" presStyleIdx="1" presStyleCnt="6">
        <dgm:presLayoutVars>
          <dgm:chMax val="1"/>
          <dgm:chPref val="1"/>
        </dgm:presLayoutVars>
      </dgm:prSet>
      <dgm:spPr/>
    </dgm:pt>
    <dgm:pt modelId="{E23EEDD8-D3FE-4227-84B5-EA7908D95D01}" type="pres">
      <dgm:prSet presAssocID="{D6ADBCA6-458C-43CD-B1D9-C0D0A2B53C6B}" presName="sibTrans" presStyleCnt="0"/>
      <dgm:spPr/>
    </dgm:pt>
    <dgm:pt modelId="{7CEEBF01-AA01-4C9E-9759-F704A98DEFAD}" type="pres">
      <dgm:prSet presAssocID="{2DBE4F6B-718A-498D-9EEC-CA0B60C08074}" presName="compNode" presStyleCnt="0"/>
      <dgm:spPr/>
    </dgm:pt>
    <dgm:pt modelId="{D04E20F2-13CB-42A2-928A-C8C248EBB386}" type="pres">
      <dgm:prSet presAssocID="{2DBE4F6B-718A-498D-9EEC-CA0B60C0807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5EC8E56D-F4E0-4257-86F0-B4C4FCCF2F82}" type="pres">
      <dgm:prSet presAssocID="{2DBE4F6B-718A-498D-9EEC-CA0B60C08074}" presName="spaceRect" presStyleCnt="0"/>
      <dgm:spPr/>
    </dgm:pt>
    <dgm:pt modelId="{BB435BEE-930D-433C-B182-3A3D4C9AAF4D}" type="pres">
      <dgm:prSet presAssocID="{2DBE4F6B-718A-498D-9EEC-CA0B60C08074}" presName="textRect" presStyleLbl="revTx" presStyleIdx="2" presStyleCnt="6">
        <dgm:presLayoutVars>
          <dgm:chMax val="1"/>
          <dgm:chPref val="1"/>
        </dgm:presLayoutVars>
      </dgm:prSet>
      <dgm:spPr/>
    </dgm:pt>
    <dgm:pt modelId="{A5CAFFE1-67BC-421D-9FC1-28AB2FBA62EF}" type="pres">
      <dgm:prSet presAssocID="{E0175C88-267B-4C7D-8E55-EABA1906199E}" presName="sibTrans" presStyleCnt="0"/>
      <dgm:spPr/>
    </dgm:pt>
    <dgm:pt modelId="{8C46058F-FEBD-48F7-A11C-559405825DB7}" type="pres">
      <dgm:prSet presAssocID="{5DA50F8C-FEA1-4BA5-8257-D730F3187F0C}" presName="compNode" presStyleCnt="0"/>
      <dgm:spPr/>
    </dgm:pt>
    <dgm:pt modelId="{5625055C-7A91-4473-80C1-3D4FFFC32817}" type="pres">
      <dgm:prSet presAssocID="{5DA50F8C-FEA1-4BA5-8257-D730F3187F0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8BE29418-62BB-4DF9-9A05-C8CB97291DF3}" type="pres">
      <dgm:prSet presAssocID="{5DA50F8C-FEA1-4BA5-8257-D730F3187F0C}" presName="spaceRect" presStyleCnt="0"/>
      <dgm:spPr/>
    </dgm:pt>
    <dgm:pt modelId="{5DA8EBCE-B71A-4026-A2DD-9040917215B7}" type="pres">
      <dgm:prSet presAssocID="{5DA50F8C-FEA1-4BA5-8257-D730F3187F0C}" presName="textRect" presStyleLbl="revTx" presStyleIdx="3" presStyleCnt="6">
        <dgm:presLayoutVars>
          <dgm:chMax val="1"/>
          <dgm:chPref val="1"/>
        </dgm:presLayoutVars>
      </dgm:prSet>
      <dgm:spPr/>
    </dgm:pt>
    <dgm:pt modelId="{752B1825-D08D-43C9-81DB-1FD8EC771E75}" type="pres">
      <dgm:prSet presAssocID="{F2687E57-BA78-4203-94B0-FD042CF8718A}" presName="sibTrans" presStyleCnt="0"/>
      <dgm:spPr/>
    </dgm:pt>
    <dgm:pt modelId="{56C2113A-0FF9-424A-810F-C4602CB67FB6}" type="pres">
      <dgm:prSet presAssocID="{8831D79D-E62C-471C-B1D3-2C48DA32AF65}" presName="compNode" presStyleCnt="0"/>
      <dgm:spPr/>
    </dgm:pt>
    <dgm:pt modelId="{A43515B5-9EE6-4FE7-8223-202FFB1D8016}" type="pres">
      <dgm:prSet presAssocID="{8831D79D-E62C-471C-B1D3-2C48DA32AF6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C8A82FD0-FA18-485B-A372-32F8DDFE92BC}" type="pres">
      <dgm:prSet presAssocID="{8831D79D-E62C-471C-B1D3-2C48DA32AF65}" presName="spaceRect" presStyleCnt="0"/>
      <dgm:spPr/>
    </dgm:pt>
    <dgm:pt modelId="{DE34730F-799A-4E3A-B9DB-42D4EC2437AB}" type="pres">
      <dgm:prSet presAssocID="{8831D79D-E62C-471C-B1D3-2C48DA32AF65}" presName="textRect" presStyleLbl="revTx" presStyleIdx="4" presStyleCnt="6">
        <dgm:presLayoutVars>
          <dgm:chMax val="1"/>
          <dgm:chPref val="1"/>
        </dgm:presLayoutVars>
      </dgm:prSet>
      <dgm:spPr/>
    </dgm:pt>
    <dgm:pt modelId="{571263DD-0547-4C36-8518-BD05AA1AFDCC}" type="pres">
      <dgm:prSet presAssocID="{64C5E881-5C7E-4F47-9F4A-A27D681A74F8}" presName="sibTrans" presStyleCnt="0"/>
      <dgm:spPr/>
    </dgm:pt>
    <dgm:pt modelId="{1E6A9AEE-0915-4B4A-94F9-D7E20AF439C1}" type="pres">
      <dgm:prSet presAssocID="{FC92A87A-E27E-4FF4-9FCA-2B17C0B38913}" presName="compNode" presStyleCnt="0"/>
      <dgm:spPr/>
    </dgm:pt>
    <dgm:pt modelId="{0AB2216D-F901-4319-A9F2-2BA9FB335266}" type="pres">
      <dgm:prSet presAssocID="{FC92A87A-E27E-4FF4-9FCA-2B17C0B3891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B9931AD7-849A-4E9C-9481-58A9C2F0648C}" type="pres">
      <dgm:prSet presAssocID="{FC92A87A-E27E-4FF4-9FCA-2B17C0B38913}" presName="spaceRect" presStyleCnt="0"/>
      <dgm:spPr/>
    </dgm:pt>
    <dgm:pt modelId="{3DD1E960-C395-40FF-B744-30993F171504}" type="pres">
      <dgm:prSet presAssocID="{FC92A87A-E27E-4FF4-9FCA-2B17C0B3891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A655A0D-96FE-45F0-A373-EBD8EFFB9EF9}" srcId="{D8D6AE66-3FF6-4187-88FB-34B9D21D5F5B}" destId="{995CB283-8B86-4AA8-B7EF-647068F3FA18}" srcOrd="1" destOrd="0" parTransId="{8D38680E-DEEA-4F56-9B8E-26411169320A}" sibTransId="{D6ADBCA6-458C-43CD-B1D9-C0D0A2B53C6B}"/>
    <dgm:cxn modelId="{1731212F-58B0-40CA-B72D-33DEDA455C47}" srcId="{D8D6AE66-3FF6-4187-88FB-34B9D21D5F5B}" destId="{974B2565-984A-4EFB-87D5-74D1104D4248}" srcOrd="0" destOrd="0" parTransId="{85AEE66D-2624-4E25-A959-46C8F6493301}" sibTransId="{57FADBDB-8380-4F3B-A725-9E8358D307C3}"/>
    <dgm:cxn modelId="{DF6C514A-7757-4084-A484-D35AC59D47C8}" type="presOf" srcId="{5DA50F8C-FEA1-4BA5-8257-D730F3187F0C}" destId="{5DA8EBCE-B71A-4026-A2DD-9040917215B7}" srcOrd="0" destOrd="0" presId="urn:microsoft.com/office/officeart/2018/2/layout/IconLabelList"/>
    <dgm:cxn modelId="{32A6CD4A-00A3-4911-B2B5-9DC1016C8B3C}" srcId="{D8D6AE66-3FF6-4187-88FB-34B9D21D5F5B}" destId="{8831D79D-E62C-471C-B1D3-2C48DA32AF65}" srcOrd="4" destOrd="0" parTransId="{22759D7B-B720-481D-A42F-53DB3FF3384B}" sibTransId="{64C5E881-5C7E-4F47-9F4A-A27D681A74F8}"/>
    <dgm:cxn modelId="{2D46744C-5649-44D0-B0DC-E0BAC79DA2AF}" type="presOf" srcId="{FC92A87A-E27E-4FF4-9FCA-2B17C0B38913}" destId="{3DD1E960-C395-40FF-B744-30993F171504}" srcOrd="0" destOrd="0" presId="urn:microsoft.com/office/officeart/2018/2/layout/IconLabelList"/>
    <dgm:cxn modelId="{7E322675-0760-46AF-80D1-FA2855CB29CA}" srcId="{D8D6AE66-3FF6-4187-88FB-34B9D21D5F5B}" destId="{2DBE4F6B-718A-498D-9EEC-CA0B60C08074}" srcOrd="2" destOrd="0" parTransId="{6417852C-1F53-40C5-808F-7F622516FE87}" sibTransId="{E0175C88-267B-4C7D-8E55-EABA1906199E}"/>
    <dgm:cxn modelId="{3A28D57D-2900-4B95-9D9D-E1AB679C5D2E}" type="presOf" srcId="{8831D79D-E62C-471C-B1D3-2C48DA32AF65}" destId="{DE34730F-799A-4E3A-B9DB-42D4EC2437AB}" srcOrd="0" destOrd="0" presId="urn:microsoft.com/office/officeart/2018/2/layout/IconLabelList"/>
    <dgm:cxn modelId="{7A639882-47A2-435A-B08E-2A07886B694D}" srcId="{D8D6AE66-3FF6-4187-88FB-34B9D21D5F5B}" destId="{FC92A87A-E27E-4FF4-9FCA-2B17C0B38913}" srcOrd="5" destOrd="0" parTransId="{255BB32E-2F10-40C4-897A-1E526A806CDC}" sibTransId="{FE6E3FE6-5717-4474-A386-5BA71FC6DE4D}"/>
    <dgm:cxn modelId="{2BD2579F-E0C5-489E-86A2-ED46B818704C}" type="presOf" srcId="{974B2565-984A-4EFB-87D5-74D1104D4248}" destId="{01B8625E-7790-4A5D-BF10-6684B8849C37}" srcOrd="0" destOrd="0" presId="urn:microsoft.com/office/officeart/2018/2/layout/IconLabelList"/>
    <dgm:cxn modelId="{3B4D8AA6-0182-4B12-B8C9-9B97AA636382}" type="presOf" srcId="{D8D6AE66-3FF6-4187-88FB-34B9D21D5F5B}" destId="{AFD2F15B-46EC-468A-A007-E522B6B69E4A}" srcOrd="0" destOrd="0" presId="urn:microsoft.com/office/officeart/2018/2/layout/IconLabelList"/>
    <dgm:cxn modelId="{02FFC6D9-E3F2-4069-9FDC-C3438233173C}" srcId="{D8D6AE66-3FF6-4187-88FB-34B9D21D5F5B}" destId="{5DA50F8C-FEA1-4BA5-8257-D730F3187F0C}" srcOrd="3" destOrd="0" parTransId="{9B8B13C9-EB71-43F4-8204-7357C4162BEF}" sibTransId="{F2687E57-BA78-4203-94B0-FD042CF8718A}"/>
    <dgm:cxn modelId="{E12480DC-684E-449B-A8AA-EC705ED2B57B}" type="presOf" srcId="{995CB283-8B86-4AA8-B7EF-647068F3FA18}" destId="{F12FBA6F-1286-4285-8D75-CA8081979169}" srcOrd="0" destOrd="0" presId="urn:microsoft.com/office/officeart/2018/2/layout/IconLabelList"/>
    <dgm:cxn modelId="{39A5CDE4-4D67-4432-B4B2-BE8DBAF84174}" type="presOf" srcId="{2DBE4F6B-718A-498D-9EEC-CA0B60C08074}" destId="{BB435BEE-930D-433C-B182-3A3D4C9AAF4D}" srcOrd="0" destOrd="0" presId="urn:microsoft.com/office/officeart/2018/2/layout/IconLabelList"/>
    <dgm:cxn modelId="{05B126C8-9142-4D8E-84E7-3C8C960C03F3}" type="presParOf" srcId="{AFD2F15B-46EC-468A-A007-E522B6B69E4A}" destId="{A624CC0E-B2BB-4D94-9EC2-FFA95CF55C48}" srcOrd="0" destOrd="0" presId="urn:microsoft.com/office/officeart/2018/2/layout/IconLabelList"/>
    <dgm:cxn modelId="{E8A955C8-64F9-4A4C-8544-C06FE12F9B98}" type="presParOf" srcId="{A624CC0E-B2BB-4D94-9EC2-FFA95CF55C48}" destId="{53067C9F-6FDA-47AF-9314-778A819B013D}" srcOrd="0" destOrd="0" presId="urn:microsoft.com/office/officeart/2018/2/layout/IconLabelList"/>
    <dgm:cxn modelId="{AC461900-D368-4978-9B1F-30EC43CEC0DB}" type="presParOf" srcId="{A624CC0E-B2BB-4D94-9EC2-FFA95CF55C48}" destId="{E3B63009-2AE7-4CA5-BED2-BC272AC87711}" srcOrd="1" destOrd="0" presId="urn:microsoft.com/office/officeart/2018/2/layout/IconLabelList"/>
    <dgm:cxn modelId="{5044C4CC-C7C9-475E-A7A5-07BF2470B0DC}" type="presParOf" srcId="{A624CC0E-B2BB-4D94-9EC2-FFA95CF55C48}" destId="{01B8625E-7790-4A5D-BF10-6684B8849C37}" srcOrd="2" destOrd="0" presId="urn:microsoft.com/office/officeart/2018/2/layout/IconLabelList"/>
    <dgm:cxn modelId="{738652D6-648D-490B-9F9C-C7A8FA775B2A}" type="presParOf" srcId="{AFD2F15B-46EC-468A-A007-E522B6B69E4A}" destId="{FCFA0F94-C97B-4C22-9A39-9B92F060DF2D}" srcOrd="1" destOrd="0" presId="urn:microsoft.com/office/officeart/2018/2/layout/IconLabelList"/>
    <dgm:cxn modelId="{27F1F32E-B4D2-4E30-8F1C-4A6CF07EE3BB}" type="presParOf" srcId="{AFD2F15B-46EC-468A-A007-E522B6B69E4A}" destId="{69C42E8A-27CD-40ED-9B88-EA5B53D3EA82}" srcOrd="2" destOrd="0" presId="urn:microsoft.com/office/officeart/2018/2/layout/IconLabelList"/>
    <dgm:cxn modelId="{B982F6EC-B5BC-48EF-A6F7-3DE6AF6C3751}" type="presParOf" srcId="{69C42E8A-27CD-40ED-9B88-EA5B53D3EA82}" destId="{E9EE580D-FA0F-400C-ACBC-C8F9B39C89DC}" srcOrd="0" destOrd="0" presId="urn:microsoft.com/office/officeart/2018/2/layout/IconLabelList"/>
    <dgm:cxn modelId="{FFB1BE3E-5466-4DE8-B4F3-8C167EB45499}" type="presParOf" srcId="{69C42E8A-27CD-40ED-9B88-EA5B53D3EA82}" destId="{9D74B187-D835-4582-89C4-293D7579E563}" srcOrd="1" destOrd="0" presId="urn:microsoft.com/office/officeart/2018/2/layout/IconLabelList"/>
    <dgm:cxn modelId="{7FD4F356-82EA-40FC-94DB-A51EA5FEA220}" type="presParOf" srcId="{69C42E8A-27CD-40ED-9B88-EA5B53D3EA82}" destId="{F12FBA6F-1286-4285-8D75-CA8081979169}" srcOrd="2" destOrd="0" presId="urn:microsoft.com/office/officeart/2018/2/layout/IconLabelList"/>
    <dgm:cxn modelId="{1AA55020-FB9B-48AE-8409-CD40171ED738}" type="presParOf" srcId="{AFD2F15B-46EC-468A-A007-E522B6B69E4A}" destId="{E23EEDD8-D3FE-4227-84B5-EA7908D95D01}" srcOrd="3" destOrd="0" presId="urn:microsoft.com/office/officeart/2018/2/layout/IconLabelList"/>
    <dgm:cxn modelId="{B6BBA5D8-69B9-4921-8311-72EB5F646DB5}" type="presParOf" srcId="{AFD2F15B-46EC-468A-A007-E522B6B69E4A}" destId="{7CEEBF01-AA01-4C9E-9759-F704A98DEFAD}" srcOrd="4" destOrd="0" presId="urn:microsoft.com/office/officeart/2018/2/layout/IconLabelList"/>
    <dgm:cxn modelId="{C6BB1CBD-FE0F-4244-90C8-DF1457820CC1}" type="presParOf" srcId="{7CEEBF01-AA01-4C9E-9759-F704A98DEFAD}" destId="{D04E20F2-13CB-42A2-928A-C8C248EBB386}" srcOrd="0" destOrd="0" presId="urn:microsoft.com/office/officeart/2018/2/layout/IconLabelList"/>
    <dgm:cxn modelId="{950A44AE-6072-4166-8907-EA0F795291FA}" type="presParOf" srcId="{7CEEBF01-AA01-4C9E-9759-F704A98DEFAD}" destId="{5EC8E56D-F4E0-4257-86F0-B4C4FCCF2F82}" srcOrd="1" destOrd="0" presId="urn:microsoft.com/office/officeart/2018/2/layout/IconLabelList"/>
    <dgm:cxn modelId="{1BC847E8-0BEB-41CF-9582-F529A02A2A41}" type="presParOf" srcId="{7CEEBF01-AA01-4C9E-9759-F704A98DEFAD}" destId="{BB435BEE-930D-433C-B182-3A3D4C9AAF4D}" srcOrd="2" destOrd="0" presId="urn:microsoft.com/office/officeart/2018/2/layout/IconLabelList"/>
    <dgm:cxn modelId="{DE5DFDC7-D6D7-4CE6-A431-D2BDB0C263BE}" type="presParOf" srcId="{AFD2F15B-46EC-468A-A007-E522B6B69E4A}" destId="{A5CAFFE1-67BC-421D-9FC1-28AB2FBA62EF}" srcOrd="5" destOrd="0" presId="urn:microsoft.com/office/officeart/2018/2/layout/IconLabelList"/>
    <dgm:cxn modelId="{74239E6E-9E52-4A99-B647-868E7F8D59EA}" type="presParOf" srcId="{AFD2F15B-46EC-468A-A007-E522B6B69E4A}" destId="{8C46058F-FEBD-48F7-A11C-559405825DB7}" srcOrd="6" destOrd="0" presId="urn:microsoft.com/office/officeart/2018/2/layout/IconLabelList"/>
    <dgm:cxn modelId="{444C0D51-747A-47B1-8E77-A946310FA0AC}" type="presParOf" srcId="{8C46058F-FEBD-48F7-A11C-559405825DB7}" destId="{5625055C-7A91-4473-80C1-3D4FFFC32817}" srcOrd="0" destOrd="0" presId="urn:microsoft.com/office/officeart/2018/2/layout/IconLabelList"/>
    <dgm:cxn modelId="{1940132B-1B99-4410-93B5-1C083BE2FE06}" type="presParOf" srcId="{8C46058F-FEBD-48F7-A11C-559405825DB7}" destId="{8BE29418-62BB-4DF9-9A05-C8CB97291DF3}" srcOrd="1" destOrd="0" presId="urn:microsoft.com/office/officeart/2018/2/layout/IconLabelList"/>
    <dgm:cxn modelId="{434FD124-CB7D-493A-91B2-93B520F1352C}" type="presParOf" srcId="{8C46058F-FEBD-48F7-A11C-559405825DB7}" destId="{5DA8EBCE-B71A-4026-A2DD-9040917215B7}" srcOrd="2" destOrd="0" presId="urn:microsoft.com/office/officeart/2018/2/layout/IconLabelList"/>
    <dgm:cxn modelId="{4E5E23BB-3869-4311-9235-2347986A04AE}" type="presParOf" srcId="{AFD2F15B-46EC-468A-A007-E522B6B69E4A}" destId="{752B1825-D08D-43C9-81DB-1FD8EC771E75}" srcOrd="7" destOrd="0" presId="urn:microsoft.com/office/officeart/2018/2/layout/IconLabelList"/>
    <dgm:cxn modelId="{DCF2FCAB-D77D-4BD6-85BB-84FE59804332}" type="presParOf" srcId="{AFD2F15B-46EC-468A-A007-E522B6B69E4A}" destId="{56C2113A-0FF9-424A-810F-C4602CB67FB6}" srcOrd="8" destOrd="0" presId="urn:microsoft.com/office/officeart/2018/2/layout/IconLabelList"/>
    <dgm:cxn modelId="{DCB62DEC-DEDA-4D91-A6C4-675827C32DBC}" type="presParOf" srcId="{56C2113A-0FF9-424A-810F-C4602CB67FB6}" destId="{A43515B5-9EE6-4FE7-8223-202FFB1D8016}" srcOrd="0" destOrd="0" presId="urn:microsoft.com/office/officeart/2018/2/layout/IconLabelList"/>
    <dgm:cxn modelId="{6F97518A-04C4-4EEA-B369-6FFA761D3ACA}" type="presParOf" srcId="{56C2113A-0FF9-424A-810F-C4602CB67FB6}" destId="{C8A82FD0-FA18-485B-A372-32F8DDFE92BC}" srcOrd="1" destOrd="0" presId="urn:microsoft.com/office/officeart/2018/2/layout/IconLabelList"/>
    <dgm:cxn modelId="{DEEA036A-EEB8-474D-B962-6E06A2165E11}" type="presParOf" srcId="{56C2113A-0FF9-424A-810F-C4602CB67FB6}" destId="{DE34730F-799A-4E3A-B9DB-42D4EC2437AB}" srcOrd="2" destOrd="0" presId="urn:microsoft.com/office/officeart/2018/2/layout/IconLabelList"/>
    <dgm:cxn modelId="{CF2EEECB-898B-46A6-9BF8-4B10E9D0E487}" type="presParOf" srcId="{AFD2F15B-46EC-468A-A007-E522B6B69E4A}" destId="{571263DD-0547-4C36-8518-BD05AA1AFDCC}" srcOrd="9" destOrd="0" presId="urn:microsoft.com/office/officeart/2018/2/layout/IconLabelList"/>
    <dgm:cxn modelId="{33FD0454-4A7B-40CB-B2EC-A1C6269CA24B}" type="presParOf" srcId="{AFD2F15B-46EC-468A-A007-E522B6B69E4A}" destId="{1E6A9AEE-0915-4B4A-94F9-D7E20AF439C1}" srcOrd="10" destOrd="0" presId="urn:microsoft.com/office/officeart/2018/2/layout/IconLabelList"/>
    <dgm:cxn modelId="{4D9FB07D-F4C7-4E59-AC78-858A7C3DCBE7}" type="presParOf" srcId="{1E6A9AEE-0915-4B4A-94F9-D7E20AF439C1}" destId="{0AB2216D-F901-4319-A9F2-2BA9FB335266}" srcOrd="0" destOrd="0" presId="urn:microsoft.com/office/officeart/2018/2/layout/IconLabelList"/>
    <dgm:cxn modelId="{EF45F309-849F-4F40-A1AE-392AB36ACE7F}" type="presParOf" srcId="{1E6A9AEE-0915-4B4A-94F9-D7E20AF439C1}" destId="{B9931AD7-849A-4E9C-9481-58A9C2F0648C}" srcOrd="1" destOrd="0" presId="urn:microsoft.com/office/officeart/2018/2/layout/IconLabelList"/>
    <dgm:cxn modelId="{88DAA294-8126-40E8-AE67-1E94F3518F08}" type="presParOf" srcId="{1E6A9AEE-0915-4B4A-94F9-D7E20AF439C1}" destId="{3DD1E960-C395-40FF-B744-30993F17150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B0F382-D1F9-4142-9D3A-D30BCC8D326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69505C6-D30B-45A9-B7B9-C4D572D00EB5}">
      <dgm:prSet/>
      <dgm:spPr/>
      <dgm:t>
        <a:bodyPr/>
        <a:lstStyle/>
        <a:p>
          <a:r>
            <a:rPr lang="en-US" dirty="0"/>
            <a:t>Enforce MFA for all remote access. </a:t>
          </a:r>
        </a:p>
      </dgm:t>
    </dgm:pt>
    <dgm:pt modelId="{0A274C2B-3FBC-4BE6-8769-72E6B4D3F3D1}" type="parTrans" cxnId="{F145FD83-FD37-42FE-B3EE-F24392DEB3EE}">
      <dgm:prSet/>
      <dgm:spPr/>
      <dgm:t>
        <a:bodyPr/>
        <a:lstStyle/>
        <a:p>
          <a:endParaRPr lang="en-US"/>
        </a:p>
      </dgm:t>
    </dgm:pt>
    <dgm:pt modelId="{2DACD794-18E3-4412-A16B-E98FAD27AA51}" type="sibTrans" cxnId="{F145FD83-FD37-42FE-B3EE-F24392DEB3EE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F6157B0E-33A8-4DEC-9469-376414985EA6}">
      <dgm:prSet/>
      <dgm:spPr/>
      <dgm:t>
        <a:bodyPr/>
        <a:lstStyle/>
        <a:p>
          <a:r>
            <a:rPr lang="en-US"/>
            <a:t>Implement strong password and access policies. </a:t>
          </a:r>
        </a:p>
      </dgm:t>
    </dgm:pt>
    <dgm:pt modelId="{6893B393-66A1-4E9B-884D-66C70CE8E2D7}" type="parTrans" cxnId="{A4A5B570-7379-4A87-8C59-5A33D80A8FED}">
      <dgm:prSet/>
      <dgm:spPr/>
      <dgm:t>
        <a:bodyPr/>
        <a:lstStyle/>
        <a:p>
          <a:endParaRPr lang="en-US"/>
        </a:p>
      </dgm:t>
    </dgm:pt>
    <dgm:pt modelId="{BEE0D24B-C916-4490-8E1E-D20971A5B29C}" type="sibTrans" cxnId="{A4A5B570-7379-4A87-8C59-5A33D80A8FED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2CD1966-4536-4BDD-9271-24DE871375A8}">
      <dgm:prSet/>
      <dgm:spPr/>
      <dgm:t>
        <a:bodyPr/>
        <a:lstStyle/>
        <a:p>
          <a:r>
            <a:rPr lang="en-US"/>
            <a:t>Implement network segmentation and monitoring. </a:t>
          </a:r>
        </a:p>
      </dgm:t>
    </dgm:pt>
    <dgm:pt modelId="{13D62BD9-A48A-4DCA-A116-909C743C6142}" type="parTrans" cxnId="{87C0DAD6-1815-4479-8183-0882E1FCA38F}">
      <dgm:prSet/>
      <dgm:spPr/>
      <dgm:t>
        <a:bodyPr/>
        <a:lstStyle/>
        <a:p>
          <a:endParaRPr lang="en-US"/>
        </a:p>
      </dgm:t>
    </dgm:pt>
    <dgm:pt modelId="{E0F1CC41-D569-43E8-A9C8-D4ECD7FB892D}" type="sibTrans" cxnId="{87C0DAD6-1815-4479-8183-0882E1FCA38F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2D993960-F755-4568-BA35-62E4D9DB009D}">
      <dgm:prSet/>
      <dgm:spPr/>
      <dgm:t>
        <a:bodyPr/>
        <a:lstStyle/>
        <a:p>
          <a:r>
            <a:rPr lang="en-US"/>
            <a:t>Develop faster detection and incident response plans. </a:t>
          </a:r>
        </a:p>
      </dgm:t>
    </dgm:pt>
    <dgm:pt modelId="{A310F33E-0649-4EC9-8258-25E160B5484B}" type="parTrans" cxnId="{36EE9815-E2A4-4CB4-8B8A-8059031AB86B}">
      <dgm:prSet/>
      <dgm:spPr/>
      <dgm:t>
        <a:bodyPr/>
        <a:lstStyle/>
        <a:p>
          <a:endParaRPr lang="en-US"/>
        </a:p>
      </dgm:t>
    </dgm:pt>
    <dgm:pt modelId="{A5043678-C955-4D03-8FB3-8359E0D26232}" type="sibTrans" cxnId="{36EE9815-E2A4-4CB4-8B8A-8059031AB86B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27FA76CE-B7B6-4581-ABD7-812B6968D797}">
      <dgm:prSet/>
      <dgm:spPr/>
      <dgm:t>
        <a:bodyPr/>
        <a:lstStyle/>
        <a:p>
          <a:r>
            <a:rPr lang="en-US"/>
            <a:t>Use simulations and testing to improve preparedness. </a:t>
          </a:r>
        </a:p>
      </dgm:t>
    </dgm:pt>
    <dgm:pt modelId="{2DBBCFB0-C8C1-49A9-A75C-83647E241F4A}" type="parTrans" cxnId="{E4E64BA4-9A5C-4262-B8B8-22A2E8F92710}">
      <dgm:prSet/>
      <dgm:spPr/>
      <dgm:t>
        <a:bodyPr/>
        <a:lstStyle/>
        <a:p>
          <a:endParaRPr lang="en-US"/>
        </a:p>
      </dgm:t>
    </dgm:pt>
    <dgm:pt modelId="{8BED77FC-BD8A-4EF4-A31C-ACDB7E075DDB}" type="sibTrans" cxnId="{E4E64BA4-9A5C-4262-B8B8-22A2E8F92710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9C92363A-1D22-4B4D-8485-BF2A174E9DCD}" type="pres">
      <dgm:prSet presAssocID="{FDB0F382-D1F9-4142-9D3A-D30BCC8D326B}" presName="Name0" presStyleCnt="0">
        <dgm:presLayoutVars>
          <dgm:animLvl val="lvl"/>
          <dgm:resizeHandles val="exact"/>
        </dgm:presLayoutVars>
      </dgm:prSet>
      <dgm:spPr/>
    </dgm:pt>
    <dgm:pt modelId="{66829B83-0C9E-0E47-A62C-061F0CFCB6CF}" type="pres">
      <dgm:prSet presAssocID="{269505C6-D30B-45A9-B7B9-C4D572D00EB5}" presName="compositeNode" presStyleCnt="0">
        <dgm:presLayoutVars>
          <dgm:bulletEnabled val="1"/>
        </dgm:presLayoutVars>
      </dgm:prSet>
      <dgm:spPr/>
    </dgm:pt>
    <dgm:pt modelId="{7FD5D7BF-4A9A-FB4B-B6EC-C119D48F2BAA}" type="pres">
      <dgm:prSet presAssocID="{269505C6-D30B-45A9-B7B9-C4D572D00EB5}" presName="bgRect" presStyleLbl="alignNode1" presStyleIdx="0" presStyleCnt="5"/>
      <dgm:spPr/>
    </dgm:pt>
    <dgm:pt modelId="{892744AF-7562-4640-A552-F18CC228BB65}" type="pres">
      <dgm:prSet presAssocID="{2DACD794-18E3-4412-A16B-E98FAD27AA51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BFE9ECD8-1216-4442-89D9-FFC26D186C03}" type="pres">
      <dgm:prSet presAssocID="{269505C6-D30B-45A9-B7B9-C4D572D00EB5}" presName="nodeRect" presStyleLbl="alignNode1" presStyleIdx="0" presStyleCnt="5">
        <dgm:presLayoutVars>
          <dgm:bulletEnabled val="1"/>
        </dgm:presLayoutVars>
      </dgm:prSet>
      <dgm:spPr/>
    </dgm:pt>
    <dgm:pt modelId="{E47084FE-4E7A-E34E-9D2B-4D8E5BD790E2}" type="pres">
      <dgm:prSet presAssocID="{2DACD794-18E3-4412-A16B-E98FAD27AA51}" presName="sibTrans" presStyleCnt="0"/>
      <dgm:spPr/>
    </dgm:pt>
    <dgm:pt modelId="{7E2D4E17-4E90-8B4E-9BA4-C00AC7EC5DE2}" type="pres">
      <dgm:prSet presAssocID="{F6157B0E-33A8-4DEC-9469-376414985EA6}" presName="compositeNode" presStyleCnt="0">
        <dgm:presLayoutVars>
          <dgm:bulletEnabled val="1"/>
        </dgm:presLayoutVars>
      </dgm:prSet>
      <dgm:spPr/>
    </dgm:pt>
    <dgm:pt modelId="{56762D14-FCB7-2F45-895C-AAC090B2F48D}" type="pres">
      <dgm:prSet presAssocID="{F6157B0E-33A8-4DEC-9469-376414985EA6}" presName="bgRect" presStyleLbl="alignNode1" presStyleIdx="1" presStyleCnt="5"/>
      <dgm:spPr/>
    </dgm:pt>
    <dgm:pt modelId="{EA59F3E4-01DA-804E-8766-EF48D6DD5497}" type="pres">
      <dgm:prSet presAssocID="{BEE0D24B-C916-4490-8E1E-D20971A5B29C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486A472F-465B-1F4D-BDAC-E4E617990FB9}" type="pres">
      <dgm:prSet presAssocID="{F6157B0E-33A8-4DEC-9469-376414985EA6}" presName="nodeRect" presStyleLbl="alignNode1" presStyleIdx="1" presStyleCnt="5">
        <dgm:presLayoutVars>
          <dgm:bulletEnabled val="1"/>
        </dgm:presLayoutVars>
      </dgm:prSet>
      <dgm:spPr/>
    </dgm:pt>
    <dgm:pt modelId="{FD297F00-95E1-374A-97ED-A1A8A997E2C7}" type="pres">
      <dgm:prSet presAssocID="{BEE0D24B-C916-4490-8E1E-D20971A5B29C}" presName="sibTrans" presStyleCnt="0"/>
      <dgm:spPr/>
    </dgm:pt>
    <dgm:pt modelId="{48CC04AF-1E14-C441-B624-A596C501E705}" type="pres">
      <dgm:prSet presAssocID="{82CD1966-4536-4BDD-9271-24DE871375A8}" presName="compositeNode" presStyleCnt="0">
        <dgm:presLayoutVars>
          <dgm:bulletEnabled val="1"/>
        </dgm:presLayoutVars>
      </dgm:prSet>
      <dgm:spPr/>
    </dgm:pt>
    <dgm:pt modelId="{29A76FDD-3757-E84E-A9E7-B62F2A4A9D53}" type="pres">
      <dgm:prSet presAssocID="{82CD1966-4536-4BDD-9271-24DE871375A8}" presName="bgRect" presStyleLbl="alignNode1" presStyleIdx="2" presStyleCnt="5"/>
      <dgm:spPr/>
    </dgm:pt>
    <dgm:pt modelId="{F1296654-1D91-0042-A841-DB1771063034}" type="pres">
      <dgm:prSet presAssocID="{E0F1CC41-D569-43E8-A9C8-D4ECD7FB892D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6895CCD9-16F0-9146-869E-694EE4647906}" type="pres">
      <dgm:prSet presAssocID="{82CD1966-4536-4BDD-9271-24DE871375A8}" presName="nodeRect" presStyleLbl="alignNode1" presStyleIdx="2" presStyleCnt="5">
        <dgm:presLayoutVars>
          <dgm:bulletEnabled val="1"/>
        </dgm:presLayoutVars>
      </dgm:prSet>
      <dgm:spPr/>
    </dgm:pt>
    <dgm:pt modelId="{6AB7F64F-ACAD-3948-884F-643ED18A1B1B}" type="pres">
      <dgm:prSet presAssocID="{E0F1CC41-D569-43E8-A9C8-D4ECD7FB892D}" presName="sibTrans" presStyleCnt="0"/>
      <dgm:spPr/>
    </dgm:pt>
    <dgm:pt modelId="{CADB4A90-1938-F74E-A482-998080923F72}" type="pres">
      <dgm:prSet presAssocID="{2D993960-F755-4568-BA35-62E4D9DB009D}" presName="compositeNode" presStyleCnt="0">
        <dgm:presLayoutVars>
          <dgm:bulletEnabled val="1"/>
        </dgm:presLayoutVars>
      </dgm:prSet>
      <dgm:spPr/>
    </dgm:pt>
    <dgm:pt modelId="{FFD46405-51D8-7443-9BC6-5FD19443F357}" type="pres">
      <dgm:prSet presAssocID="{2D993960-F755-4568-BA35-62E4D9DB009D}" presName="bgRect" presStyleLbl="alignNode1" presStyleIdx="3" presStyleCnt="5"/>
      <dgm:spPr/>
    </dgm:pt>
    <dgm:pt modelId="{14020458-0BE3-8E42-A0DD-F0162336BC14}" type="pres">
      <dgm:prSet presAssocID="{A5043678-C955-4D03-8FB3-8359E0D26232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8AA6B30D-EAD5-AB44-9AB9-85A4EF37C513}" type="pres">
      <dgm:prSet presAssocID="{2D993960-F755-4568-BA35-62E4D9DB009D}" presName="nodeRect" presStyleLbl="alignNode1" presStyleIdx="3" presStyleCnt="5">
        <dgm:presLayoutVars>
          <dgm:bulletEnabled val="1"/>
        </dgm:presLayoutVars>
      </dgm:prSet>
      <dgm:spPr/>
    </dgm:pt>
    <dgm:pt modelId="{FACBC280-84D3-984B-BBD2-8F3F9C6E8264}" type="pres">
      <dgm:prSet presAssocID="{A5043678-C955-4D03-8FB3-8359E0D26232}" presName="sibTrans" presStyleCnt="0"/>
      <dgm:spPr/>
    </dgm:pt>
    <dgm:pt modelId="{B5B05DDF-6D27-6B4B-9A83-7EF687EBE8CB}" type="pres">
      <dgm:prSet presAssocID="{27FA76CE-B7B6-4581-ABD7-812B6968D797}" presName="compositeNode" presStyleCnt="0">
        <dgm:presLayoutVars>
          <dgm:bulletEnabled val="1"/>
        </dgm:presLayoutVars>
      </dgm:prSet>
      <dgm:spPr/>
    </dgm:pt>
    <dgm:pt modelId="{96448CE7-78D1-6B42-B727-6A8E80520687}" type="pres">
      <dgm:prSet presAssocID="{27FA76CE-B7B6-4581-ABD7-812B6968D797}" presName="bgRect" presStyleLbl="alignNode1" presStyleIdx="4" presStyleCnt="5"/>
      <dgm:spPr/>
    </dgm:pt>
    <dgm:pt modelId="{35F3AC35-4B8D-844D-A89F-4DFE2AF17104}" type="pres">
      <dgm:prSet presAssocID="{8BED77FC-BD8A-4EF4-A31C-ACDB7E075DDB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B8A68141-9AEA-2240-8946-3CABC9A597E9}" type="pres">
      <dgm:prSet presAssocID="{27FA76CE-B7B6-4581-ABD7-812B6968D797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F9D55C14-F993-874F-8145-D12A876B1C0F}" type="presOf" srcId="{F6157B0E-33A8-4DEC-9469-376414985EA6}" destId="{486A472F-465B-1F4D-BDAC-E4E617990FB9}" srcOrd="1" destOrd="0" presId="urn:microsoft.com/office/officeart/2016/7/layout/LinearBlockProcessNumbered"/>
    <dgm:cxn modelId="{36EE9815-E2A4-4CB4-8B8A-8059031AB86B}" srcId="{FDB0F382-D1F9-4142-9D3A-D30BCC8D326B}" destId="{2D993960-F755-4568-BA35-62E4D9DB009D}" srcOrd="3" destOrd="0" parTransId="{A310F33E-0649-4EC9-8258-25E160B5484B}" sibTransId="{A5043678-C955-4D03-8FB3-8359E0D26232}"/>
    <dgm:cxn modelId="{AB46861A-2BF1-BF45-B726-C6104D37CE23}" type="presOf" srcId="{2DACD794-18E3-4412-A16B-E98FAD27AA51}" destId="{892744AF-7562-4640-A552-F18CC228BB65}" srcOrd="0" destOrd="0" presId="urn:microsoft.com/office/officeart/2016/7/layout/LinearBlockProcessNumbered"/>
    <dgm:cxn modelId="{B19E7F25-4444-B340-93FD-FDE50F82D3CE}" type="presOf" srcId="{8BED77FC-BD8A-4EF4-A31C-ACDB7E075DDB}" destId="{35F3AC35-4B8D-844D-A89F-4DFE2AF17104}" srcOrd="0" destOrd="0" presId="urn:microsoft.com/office/officeart/2016/7/layout/LinearBlockProcessNumbered"/>
    <dgm:cxn modelId="{0705F732-1018-CF47-8D80-BBD6E670B5FE}" type="presOf" srcId="{2D993960-F755-4568-BA35-62E4D9DB009D}" destId="{FFD46405-51D8-7443-9BC6-5FD19443F357}" srcOrd="0" destOrd="0" presId="urn:microsoft.com/office/officeart/2016/7/layout/LinearBlockProcessNumbered"/>
    <dgm:cxn modelId="{68D51539-7FC3-944E-AF58-D740C4A80C07}" type="presOf" srcId="{82CD1966-4536-4BDD-9271-24DE871375A8}" destId="{29A76FDD-3757-E84E-A9E7-B62F2A4A9D53}" srcOrd="0" destOrd="0" presId="urn:microsoft.com/office/officeart/2016/7/layout/LinearBlockProcessNumbered"/>
    <dgm:cxn modelId="{4C184F46-B182-4F41-A0F5-86104EA07F70}" type="presOf" srcId="{A5043678-C955-4D03-8FB3-8359E0D26232}" destId="{14020458-0BE3-8E42-A0DD-F0162336BC14}" srcOrd="0" destOrd="0" presId="urn:microsoft.com/office/officeart/2016/7/layout/LinearBlockProcessNumbered"/>
    <dgm:cxn modelId="{7821DC4F-175D-B94A-9573-627E2043AB36}" type="presOf" srcId="{F6157B0E-33A8-4DEC-9469-376414985EA6}" destId="{56762D14-FCB7-2F45-895C-AAC090B2F48D}" srcOrd="0" destOrd="0" presId="urn:microsoft.com/office/officeart/2016/7/layout/LinearBlockProcessNumbered"/>
    <dgm:cxn modelId="{A110105C-E6CF-0C4D-B497-2337C36DAD8A}" type="presOf" srcId="{FDB0F382-D1F9-4142-9D3A-D30BCC8D326B}" destId="{9C92363A-1D22-4B4D-8485-BF2A174E9DCD}" srcOrd="0" destOrd="0" presId="urn:microsoft.com/office/officeart/2016/7/layout/LinearBlockProcessNumbered"/>
    <dgm:cxn modelId="{E78BAB61-34C5-BE4E-90ED-6FEAF11B8ECA}" type="presOf" srcId="{27FA76CE-B7B6-4581-ABD7-812B6968D797}" destId="{96448CE7-78D1-6B42-B727-6A8E80520687}" srcOrd="0" destOrd="0" presId="urn:microsoft.com/office/officeart/2016/7/layout/LinearBlockProcessNumbered"/>
    <dgm:cxn modelId="{A4A5B570-7379-4A87-8C59-5A33D80A8FED}" srcId="{FDB0F382-D1F9-4142-9D3A-D30BCC8D326B}" destId="{F6157B0E-33A8-4DEC-9469-376414985EA6}" srcOrd="1" destOrd="0" parTransId="{6893B393-66A1-4E9B-884D-66C70CE8E2D7}" sibTransId="{BEE0D24B-C916-4490-8E1E-D20971A5B29C}"/>
    <dgm:cxn modelId="{F145FD83-FD37-42FE-B3EE-F24392DEB3EE}" srcId="{FDB0F382-D1F9-4142-9D3A-D30BCC8D326B}" destId="{269505C6-D30B-45A9-B7B9-C4D572D00EB5}" srcOrd="0" destOrd="0" parTransId="{0A274C2B-3FBC-4BE6-8769-72E6B4D3F3D1}" sibTransId="{2DACD794-18E3-4412-A16B-E98FAD27AA51}"/>
    <dgm:cxn modelId="{A5A1408A-F4AB-0D47-9A96-09F82A5A3D8C}" type="presOf" srcId="{269505C6-D30B-45A9-B7B9-C4D572D00EB5}" destId="{7FD5D7BF-4A9A-FB4B-B6EC-C119D48F2BAA}" srcOrd="0" destOrd="0" presId="urn:microsoft.com/office/officeart/2016/7/layout/LinearBlockProcessNumbered"/>
    <dgm:cxn modelId="{E4E64BA4-9A5C-4262-B8B8-22A2E8F92710}" srcId="{FDB0F382-D1F9-4142-9D3A-D30BCC8D326B}" destId="{27FA76CE-B7B6-4581-ABD7-812B6968D797}" srcOrd="4" destOrd="0" parTransId="{2DBBCFB0-C8C1-49A9-A75C-83647E241F4A}" sibTransId="{8BED77FC-BD8A-4EF4-A31C-ACDB7E075DDB}"/>
    <dgm:cxn modelId="{7723ACB0-2128-AF48-BAC9-3ABC88A5C6E5}" type="presOf" srcId="{82CD1966-4536-4BDD-9271-24DE871375A8}" destId="{6895CCD9-16F0-9146-869E-694EE4647906}" srcOrd="1" destOrd="0" presId="urn:microsoft.com/office/officeart/2016/7/layout/LinearBlockProcessNumbered"/>
    <dgm:cxn modelId="{0A0C35B1-1253-5E49-8EEB-F0E298EFC56B}" type="presOf" srcId="{269505C6-D30B-45A9-B7B9-C4D572D00EB5}" destId="{BFE9ECD8-1216-4442-89D9-FFC26D186C03}" srcOrd="1" destOrd="0" presId="urn:microsoft.com/office/officeart/2016/7/layout/LinearBlockProcessNumbered"/>
    <dgm:cxn modelId="{86E814CA-B3C1-344C-B123-1A668B24F6D3}" type="presOf" srcId="{2D993960-F755-4568-BA35-62E4D9DB009D}" destId="{8AA6B30D-EAD5-AB44-9AB9-85A4EF37C513}" srcOrd="1" destOrd="0" presId="urn:microsoft.com/office/officeart/2016/7/layout/LinearBlockProcessNumbered"/>
    <dgm:cxn modelId="{87C0DAD6-1815-4479-8183-0882E1FCA38F}" srcId="{FDB0F382-D1F9-4142-9D3A-D30BCC8D326B}" destId="{82CD1966-4536-4BDD-9271-24DE871375A8}" srcOrd="2" destOrd="0" parTransId="{13D62BD9-A48A-4DCA-A116-909C743C6142}" sibTransId="{E0F1CC41-D569-43E8-A9C8-D4ECD7FB892D}"/>
    <dgm:cxn modelId="{F55B67EC-DCFE-754D-AC1E-741249EFE337}" type="presOf" srcId="{27FA76CE-B7B6-4581-ABD7-812B6968D797}" destId="{B8A68141-9AEA-2240-8946-3CABC9A597E9}" srcOrd="1" destOrd="0" presId="urn:microsoft.com/office/officeart/2016/7/layout/LinearBlockProcessNumbered"/>
    <dgm:cxn modelId="{6F1DC7EC-5349-7C4C-A0BE-2E3E5F0D0CAD}" type="presOf" srcId="{E0F1CC41-D569-43E8-A9C8-D4ECD7FB892D}" destId="{F1296654-1D91-0042-A841-DB1771063034}" srcOrd="0" destOrd="0" presId="urn:microsoft.com/office/officeart/2016/7/layout/LinearBlockProcessNumbered"/>
    <dgm:cxn modelId="{65075FFD-ECEC-7F4E-AF06-21A487895B8C}" type="presOf" srcId="{BEE0D24B-C916-4490-8E1E-D20971A5B29C}" destId="{EA59F3E4-01DA-804E-8766-EF48D6DD5497}" srcOrd="0" destOrd="0" presId="urn:microsoft.com/office/officeart/2016/7/layout/LinearBlockProcessNumbered"/>
    <dgm:cxn modelId="{67F84C1B-1CFB-B240-8F74-817391BA79A5}" type="presParOf" srcId="{9C92363A-1D22-4B4D-8485-BF2A174E9DCD}" destId="{66829B83-0C9E-0E47-A62C-061F0CFCB6CF}" srcOrd="0" destOrd="0" presId="urn:microsoft.com/office/officeart/2016/7/layout/LinearBlockProcessNumbered"/>
    <dgm:cxn modelId="{C073695B-D4E7-3F41-A7E7-74E995243A18}" type="presParOf" srcId="{66829B83-0C9E-0E47-A62C-061F0CFCB6CF}" destId="{7FD5D7BF-4A9A-FB4B-B6EC-C119D48F2BAA}" srcOrd="0" destOrd="0" presId="urn:microsoft.com/office/officeart/2016/7/layout/LinearBlockProcessNumbered"/>
    <dgm:cxn modelId="{CF211BDE-CA8F-D243-8356-1390199EDCAB}" type="presParOf" srcId="{66829B83-0C9E-0E47-A62C-061F0CFCB6CF}" destId="{892744AF-7562-4640-A552-F18CC228BB65}" srcOrd="1" destOrd="0" presId="urn:microsoft.com/office/officeart/2016/7/layout/LinearBlockProcessNumbered"/>
    <dgm:cxn modelId="{0ED2D3F3-1FE9-FE49-926F-6005E793401E}" type="presParOf" srcId="{66829B83-0C9E-0E47-A62C-061F0CFCB6CF}" destId="{BFE9ECD8-1216-4442-89D9-FFC26D186C03}" srcOrd="2" destOrd="0" presId="urn:microsoft.com/office/officeart/2016/7/layout/LinearBlockProcessNumbered"/>
    <dgm:cxn modelId="{300A3497-AA9E-D143-8A8D-D457FC588518}" type="presParOf" srcId="{9C92363A-1D22-4B4D-8485-BF2A174E9DCD}" destId="{E47084FE-4E7A-E34E-9D2B-4D8E5BD790E2}" srcOrd="1" destOrd="0" presId="urn:microsoft.com/office/officeart/2016/7/layout/LinearBlockProcessNumbered"/>
    <dgm:cxn modelId="{474D27FA-F522-4F40-8486-B2CB00122A8F}" type="presParOf" srcId="{9C92363A-1D22-4B4D-8485-BF2A174E9DCD}" destId="{7E2D4E17-4E90-8B4E-9BA4-C00AC7EC5DE2}" srcOrd="2" destOrd="0" presId="urn:microsoft.com/office/officeart/2016/7/layout/LinearBlockProcessNumbered"/>
    <dgm:cxn modelId="{891D93BA-9C73-8043-975C-608F8AA83AF3}" type="presParOf" srcId="{7E2D4E17-4E90-8B4E-9BA4-C00AC7EC5DE2}" destId="{56762D14-FCB7-2F45-895C-AAC090B2F48D}" srcOrd="0" destOrd="0" presId="urn:microsoft.com/office/officeart/2016/7/layout/LinearBlockProcessNumbered"/>
    <dgm:cxn modelId="{9FDEA3B1-FE0F-C04A-9133-A058BFDBAE4B}" type="presParOf" srcId="{7E2D4E17-4E90-8B4E-9BA4-C00AC7EC5DE2}" destId="{EA59F3E4-01DA-804E-8766-EF48D6DD5497}" srcOrd="1" destOrd="0" presId="urn:microsoft.com/office/officeart/2016/7/layout/LinearBlockProcessNumbered"/>
    <dgm:cxn modelId="{EBC95774-4A6C-3942-9655-B1E093426719}" type="presParOf" srcId="{7E2D4E17-4E90-8B4E-9BA4-C00AC7EC5DE2}" destId="{486A472F-465B-1F4D-BDAC-E4E617990FB9}" srcOrd="2" destOrd="0" presId="urn:microsoft.com/office/officeart/2016/7/layout/LinearBlockProcessNumbered"/>
    <dgm:cxn modelId="{6764A61B-48F1-9E48-96C0-10608F6018AB}" type="presParOf" srcId="{9C92363A-1D22-4B4D-8485-BF2A174E9DCD}" destId="{FD297F00-95E1-374A-97ED-A1A8A997E2C7}" srcOrd="3" destOrd="0" presId="urn:microsoft.com/office/officeart/2016/7/layout/LinearBlockProcessNumbered"/>
    <dgm:cxn modelId="{3FF98265-E3DA-974C-AB04-EB11CAD361ED}" type="presParOf" srcId="{9C92363A-1D22-4B4D-8485-BF2A174E9DCD}" destId="{48CC04AF-1E14-C441-B624-A596C501E705}" srcOrd="4" destOrd="0" presId="urn:microsoft.com/office/officeart/2016/7/layout/LinearBlockProcessNumbered"/>
    <dgm:cxn modelId="{EB81F89B-8946-ED41-952A-BE73BC131826}" type="presParOf" srcId="{48CC04AF-1E14-C441-B624-A596C501E705}" destId="{29A76FDD-3757-E84E-A9E7-B62F2A4A9D53}" srcOrd="0" destOrd="0" presId="urn:microsoft.com/office/officeart/2016/7/layout/LinearBlockProcessNumbered"/>
    <dgm:cxn modelId="{0FF212FC-F265-CE4E-BA07-D97A8EF1167A}" type="presParOf" srcId="{48CC04AF-1E14-C441-B624-A596C501E705}" destId="{F1296654-1D91-0042-A841-DB1771063034}" srcOrd="1" destOrd="0" presId="urn:microsoft.com/office/officeart/2016/7/layout/LinearBlockProcessNumbered"/>
    <dgm:cxn modelId="{5F0E9414-AADF-6145-ACBE-2EB5BC3FD6A3}" type="presParOf" srcId="{48CC04AF-1E14-C441-B624-A596C501E705}" destId="{6895CCD9-16F0-9146-869E-694EE4647906}" srcOrd="2" destOrd="0" presId="urn:microsoft.com/office/officeart/2016/7/layout/LinearBlockProcessNumbered"/>
    <dgm:cxn modelId="{12A90551-6973-1245-BF06-D1BA1A20A425}" type="presParOf" srcId="{9C92363A-1D22-4B4D-8485-BF2A174E9DCD}" destId="{6AB7F64F-ACAD-3948-884F-643ED18A1B1B}" srcOrd="5" destOrd="0" presId="urn:microsoft.com/office/officeart/2016/7/layout/LinearBlockProcessNumbered"/>
    <dgm:cxn modelId="{AF6E8BAC-F43E-374E-A243-82F80ED9C414}" type="presParOf" srcId="{9C92363A-1D22-4B4D-8485-BF2A174E9DCD}" destId="{CADB4A90-1938-F74E-A482-998080923F72}" srcOrd="6" destOrd="0" presId="urn:microsoft.com/office/officeart/2016/7/layout/LinearBlockProcessNumbered"/>
    <dgm:cxn modelId="{8B5A5C3B-2815-B34A-A2B6-A2957FDE06CB}" type="presParOf" srcId="{CADB4A90-1938-F74E-A482-998080923F72}" destId="{FFD46405-51D8-7443-9BC6-5FD19443F357}" srcOrd="0" destOrd="0" presId="urn:microsoft.com/office/officeart/2016/7/layout/LinearBlockProcessNumbered"/>
    <dgm:cxn modelId="{221F1669-BC3B-CA47-9203-BEAAE301EFCA}" type="presParOf" srcId="{CADB4A90-1938-F74E-A482-998080923F72}" destId="{14020458-0BE3-8E42-A0DD-F0162336BC14}" srcOrd="1" destOrd="0" presId="urn:microsoft.com/office/officeart/2016/7/layout/LinearBlockProcessNumbered"/>
    <dgm:cxn modelId="{AD0F4E2F-A228-0242-B029-A7625551E378}" type="presParOf" srcId="{CADB4A90-1938-F74E-A482-998080923F72}" destId="{8AA6B30D-EAD5-AB44-9AB9-85A4EF37C513}" srcOrd="2" destOrd="0" presId="urn:microsoft.com/office/officeart/2016/7/layout/LinearBlockProcessNumbered"/>
    <dgm:cxn modelId="{542FC679-CB87-474A-830C-AF2888A87660}" type="presParOf" srcId="{9C92363A-1D22-4B4D-8485-BF2A174E9DCD}" destId="{FACBC280-84D3-984B-BBD2-8F3F9C6E8264}" srcOrd="7" destOrd="0" presId="urn:microsoft.com/office/officeart/2016/7/layout/LinearBlockProcessNumbered"/>
    <dgm:cxn modelId="{3C7759D6-9E69-1C46-B019-251242B7F0AD}" type="presParOf" srcId="{9C92363A-1D22-4B4D-8485-BF2A174E9DCD}" destId="{B5B05DDF-6D27-6B4B-9A83-7EF687EBE8CB}" srcOrd="8" destOrd="0" presId="urn:microsoft.com/office/officeart/2016/7/layout/LinearBlockProcessNumbered"/>
    <dgm:cxn modelId="{13EC577E-0AFD-EB46-B7F2-C5700F2F17EB}" type="presParOf" srcId="{B5B05DDF-6D27-6B4B-9A83-7EF687EBE8CB}" destId="{96448CE7-78D1-6B42-B727-6A8E80520687}" srcOrd="0" destOrd="0" presId="urn:microsoft.com/office/officeart/2016/7/layout/LinearBlockProcessNumbered"/>
    <dgm:cxn modelId="{666103D2-2C2F-1845-9D8E-64D191C3C727}" type="presParOf" srcId="{B5B05DDF-6D27-6B4B-9A83-7EF687EBE8CB}" destId="{35F3AC35-4B8D-844D-A89F-4DFE2AF17104}" srcOrd="1" destOrd="0" presId="urn:microsoft.com/office/officeart/2016/7/layout/LinearBlockProcessNumbered"/>
    <dgm:cxn modelId="{5BA8FA61-5CF1-4A40-9FC0-C26A03379B72}" type="presParOf" srcId="{B5B05DDF-6D27-6B4B-9A83-7EF687EBE8CB}" destId="{B8A68141-9AEA-2240-8946-3CABC9A597E9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603FE-222F-0F4C-95A2-803BC8AC1D52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D7705-3D11-1347-BF55-1C81093D37C7}">
      <dsp:nvSpPr>
        <dsp:cNvPr id="0" name=""/>
        <dsp:cNvSpPr/>
      </dsp:nvSpPr>
      <dsp:spPr>
        <a:xfrm>
          <a:off x="0" y="67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Ransomware attack (May 2021). </a:t>
          </a:r>
        </a:p>
      </dsp:txBody>
      <dsp:txXfrm>
        <a:off x="0" y="675"/>
        <a:ext cx="6291714" cy="789912"/>
      </dsp:txXfrm>
    </dsp:sp>
    <dsp:sp modelId="{6103843C-16C8-4245-8064-3B5EB85A95E4}">
      <dsp:nvSpPr>
        <dsp:cNvPr id="0" name=""/>
        <dsp:cNvSpPr/>
      </dsp:nvSpPr>
      <dsp:spPr>
        <a:xfrm>
          <a:off x="0" y="790587"/>
          <a:ext cx="6291714" cy="0"/>
        </a:xfrm>
        <a:prstGeom prst="line">
          <a:avLst/>
        </a:prstGeom>
        <a:solidFill>
          <a:schemeClr val="accent2">
            <a:hueOff val="1073935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5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98B4A-2354-B943-AB96-49954BB66377}">
      <dsp:nvSpPr>
        <dsp:cNvPr id="0" name=""/>
        <dsp:cNvSpPr/>
      </dsp:nvSpPr>
      <dsp:spPr>
        <a:xfrm>
          <a:off x="0" y="79058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Carried out by DarkSide group. </a:t>
          </a:r>
        </a:p>
      </dsp:txBody>
      <dsp:txXfrm>
        <a:off x="0" y="790587"/>
        <a:ext cx="6291714" cy="789912"/>
      </dsp:txXfrm>
    </dsp:sp>
    <dsp:sp modelId="{5C96DB73-59CA-0A43-90A8-9916185E5365}">
      <dsp:nvSpPr>
        <dsp:cNvPr id="0" name=""/>
        <dsp:cNvSpPr/>
      </dsp:nvSpPr>
      <dsp:spPr>
        <a:xfrm>
          <a:off x="0" y="1580499"/>
          <a:ext cx="629171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7F0FBF-6FA9-6D48-8036-7B5882926EBE}">
      <dsp:nvSpPr>
        <dsp:cNvPr id="0" name=""/>
        <dsp:cNvSpPr/>
      </dsp:nvSpPr>
      <dsp:spPr>
        <a:xfrm>
          <a:off x="0" y="1580499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VPN Credentials Compromised. </a:t>
          </a:r>
        </a:p>
      </dsp:txBody>
      <dsp:txXfrm>
        <a:off x="0" y="1580499"/>
        <a:ext cx="6291714" cy="789912"/>
      </dsp:txXfrm>
    </dsp:sp>
    <dsp:sp modelId="{C4D3A27E-EC5A-0247-87AD-E82FA9714B89}">
      <dsp:nvSpPr>
        <dsp:cNvPr id="0" name=""/>
        <dsp:cNvSpPr/>
      </dsp:nvSpPr>
      <dsp:spPr>
        <a:xfrm>
          <a:off x="0" y="2370411"/>
          <a:ext cx="6291714" cy="0"/>
        </a:xfrm>
        <a:prstGeom prst="line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52921-48D6-364A-BEB0-F07A203702A1}">
      <dsp:nvSpPr>
        <dsp:cNvPr id="0" name=""/>
        <dsp:cNvSpPr/>
      </dsp:nvSpPr>
      <dsp:spPr>
        <a:xfrm>
          <a:off x="0" y="2370411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Hackers got details from the Dark Web. </a:t>
          </a:r>
        </a:p>
      </dsp:txBody>
      <dsp:txXfrm>
        <a:off x="0" y="2370411"/>
        <a:ext cx="6291714" cy="789912"/>
      </dsp:txXfrm>
    </dsp:sp>
    <dsp:sp modelId="{A7A22DD2-9F85-244C-A231-7486A80D6114}">
      <dsp:nvSpPr>
        <dsp:cNvPr id="0" name=""/>
        <dsp:cNvSpPr/>
      </dsp:nvSpPr>
      <dsp:spPr>
        <a:xfrm>
          <a:off x="0" y="3160323"/>
          <a:ext cx="6291714" cy="0"/>
        </a:xfrm>
        <a:prstGeom prst="line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E896D-0961-5449-9C4E-09BB782051A9}">
      <dsp:nvSpPr>
        <dsp:cNvPr id="0" name=""/>
        <dsp:cNvSpPr/>
      </dsp:nvSpPr>
      <dsp:spPr>
        <a:xfrm>
          <a:off x="0" y="3160323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Mostly due to data breaches, reused passwords. </a:t>
          </a:r>
        </a:p>
      </dsp:txBody>
      <dsp:txXfrm>
        <a:off x="0" y="3160323"/>
        <a:ext cx="6291714" cy="789912"/>
      </dsp:txXfrm>
    </dsp:sp>
    <dsp:sp modelId="{FA2E5CE8-216F-FF43-ABEB-4AF9CAF5EC71}">
      <dsp:nvSpPr>
        <dsp:cNvPr id="0" name=""/>
        <dsp:cNvSpPr/>
      </dsp:nvSpPr>
      <dsp:spPr>
        <a:xfrm>
          <a:off x="0" y="3950235"/>
          <a:ext cx="6291714" cy="0"/>
        </a:xfrm>
        <a:prstGeom prst="line">
          <a:avLst/>
        </a:prstGeom>
        <a:solidFill>
          <a:schemeClr val="accent2">
            <a:hueOff val="5369677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7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03A7C-23EA-2C44-8A28-6D7FC0CCCA28}">
      <dsp:nvSpPr>
        <dsp:cNvPr id="0" name=""/>
        <dsp:cNvSpPr/>
      </dsp:nvSpPr>
      <dsp:spPr>
        <a:xfrm>
          <a:off x="0" y="395023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IT systems were encrypted. </a:t>
          </a:r>
        </a:p>
      </dsp:txBody>
      <dsp:txXfrm>
        <a:off x="0" y="3950235"/>
        <a:ext cx="6291714" cy="789912"/>
      </dsp:txXfrm>
    </dsp:sp>
    <dsp:sp modelId="{1A299C28-CB42-394C-8D54-469B05F947B2}">
      <dsp:nvSpPr>
        <dsp:cNvPr id="0" name=""/>
        <dsp:cNvSpPr/>
      </dsp:nvSpPr>
      <dsp:spPr>
        <a:xfrm>
          <a:off x="0" y="4740147"/>
          <a:ext cx="6291714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ADE55-16A2-2048-BD01-87412DC9569D}">
      <dsp:nvSpPr>
        <dsp:cNvPr id="0" name=""/>
        <dsp:cNvSpPr/>
      </dsp:nvSpPr>
      <dsp:spPr>
        <a:xfrm>
          <a:off x="0" y="474014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Operations were Shut Down. </a:t>
          </a:r>
        </a:p>
      </dsp:txBody>
      <dsp:txXfrm>
        <a:off x="0" y="4740147"/>
        <a:ext cx="6291714" cy="7899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C672E-AC49-4FCE-A714-0C041D0BD68F}">
      <dsp:nvSpPr>
        <dsp:cNvPr id="0" name=""/>
        <dsp:cNvSpPr/>
      </dsp:nvSpPr>
      <dsp:spPr>
        <a:xfrm>
          <a:off x="0" y="1780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67943-0B71-4F60-821D-19B3502A2FD6}">
      <dsp:nvSpPr>
        <dsp:cNvPr id="0" name=""/>
        <dsp:cNvSpPr/>
      </dsp:nvSpPr>
      <dsp:spPr>
        <a:xfrm>
          <a:off x="229529" y="172505"/>
          <a:ext cx="417326" cy="417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18C84-612D-4F3B-A3FC-7BECB7D987E9}">
      <dsp:nvSpPr>
        <dsp:cNvPr id="0" name=""/>
        <dsp:cNvSpPr/>
      </dsp:nvSpPr>
      <dsp:spPr>
        <a:xfrm>
          <a:off x="876386" y="1780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Initial access. </a:t>
          </a:r>
        </a:p>
      </dsp:txBody>
      <dsp:txXfrm>
        <a:off x="876386" y="1780"/>
        <a:ext cx="5387253" cy="758776"/>
      </dsp:txXfrm>
    </dsp:sp>
    <dsp:sp modelId="{6EC73653-7526-4E0C-A9E8-D56DFBA48C7F}">
      <dsp:nvSpPr>
        <dsp:cNvPr id="0" name=""/>
        <dsp:cNvSpPr/>
      </dsp:nvSpPr>
      <dsp:spPr>
        <a:xfrm>
          <a:off x="0" y="950250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03E1B-5254-4BB3-A961-0E5EC706595E}">
      <dsp:nvSpPr>
        <dsp:cNvPr id="0" name=""/>
        <dsp:cNvSpPr/>
      </dsp:nvSpPr>
      <dsp:spPr>
        <a:xfrm>
          <a:off x="229529" y="1120975"/>
          <a:ext cx="417326" cy="417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156FEB-7883-48E0-A929-21B93BF23E7C}">
      <dsp:nvSpPr>
        <dsp:cNvPr id="0" name=""/>
        <dsp:cNvSpPr/>
      </dsp:nvSpPr>
      <dsp:spPr>
        <a:xfrm>
          <a:off x="876386" y="950250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Reconnaissance. </a:t>
          </a:r>
        </a:p>
      </dsp:txBody>
      <dsp:txXfrm>
        <a:off x="876386" y="950250"/>
        <a:ext cx="5387253" cy="758776"/>
      </dsp:txXfrm>
    </dsp:sp>
    <dsp:sp modelId="{EFDA2BE2-1F75-450D-BA9E-E63E76423137}">
      <dsp:nvSpPr>
        <dsp:cNvPr id="0" name=""/>
        <dsp:cNvSpPr/>
      </dsp:nvSpPr>
      <dsp:spPr>
        <a:xfrm>
          <a:off x="0" y="1898720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756E81-1744-4551-95AC-98D3E3B8FBF0}">
      <dsp:nvSpPr>
        <dsp:cNvPr id="0" name=""/>
        <dsp:cNvSpPr/>
      </dsp:nvSpPr>
      <dsp:spPr>
        <a:xfrm>
          <a:off x="229529" y="2069445"/>
          <a:ext cx="417326" cy="417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C9F61-8EB1-43D0-9645-230C328E7862}">
      <dsp:nvSpPr>
        <dsp:cNvPr id="0" name=""/>
        <dsp:cNvSpPr/>
      </dsp:nvSpPr>
      <dsp:spPr>
        <a:xfrm>
          <a:off x="876386" y="1898720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Lateral Movement. </a:t>
          </a:r>
        </a:p>
      </dsp:txBody>
      <dsp:txXfrm>
        <a:off x="876386" y="1898720"/>
        <a:ext cx="5387253" cy="758776"/>
      </dsp:txXfrm>
    </dsp:sp>
    <dsp:sp modelId="{D30E6B4E-1DE4-4C77-98EF-9DB5771F39D4}">
      <dsp:nvSpPr>
        <dsp:cNvPr id="0" name=""/>
        <dsp:cNvSpPr/>
      </dsp:nvSpPr>
      <dsp:spPr>
        <a:xfrm>
          <a:off x="0" y="2847191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1D9C49-7F51-4CA3-8877-B960103753D3}">
      <dsp:nvSpPr>
        <dsp:cNvPr id="0" name=""/>
        <dsp:cNvSpPr/>
      </dsp:nvSpPr>
      <dsp:spPr>
        <a:xfrm>
          <a:off x="229529" y="3017915"/>
          <a:ext cx="417326" cy="417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5CC91-A448-428C-982D-4EB97957F1A8}">
      <dsp:nvSpPr>
        <dsp:cNvPr id="0" name=""/>
        <dsp:cNvSpPr/>
      </dsp:nvSpPr>
      <dsp:spPr>
        <a:xfrm>
          <a:off x="876386" y="2847191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Exfiltration. </a:t>
          </a:r>
        </a:p>
      </dsp:txBody>
      <dsp:txXfrm>
        <a:off x="876386" y="2847191"/>
        <a:ext cx="5387253" cy="758776"/>
      </dsp:txXfrm>
    </dsp:sp>
    <dsp:sp modelId="{5A50AB0B-BAD6-4977-B7C2-687158EB573B}">
      <dsp:nvSpPr>
        <dsp:cNvPr id="0" name=""/>
        <dsp:cNvSpPr/>
      </dsp:nvSpPr>
      <dsp:spPr>
        <a:xfrm>
          <a:off x="0" y="3795661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DE450-1A48-46A5-AEB9-C9D5D77F4C15}">
      <dsp:nvSpPr>
        <dsp:cNvPr id="0" name=""/>
        <dsp:cNvSpPr/>
      </dsp:nvSpPr>
      <dsp:spPr>
        <a:xfrm>
          <a:off x="229529" y="3966385"/>
          <a:ext cx="417326" cy="4173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E1D2D-FB94-4FFF-81FC-01E125B34C78}">
      <dsp:nvSpPr>
        <dsp:cNvPr id="0" name=""/>
        <dsp:cNvSpPr/>
      </dsp:nvSpPr>
      <dsp:spPr>
        <a:xfrm>
          <a:off x="876386" y="3795661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Encryption. </a:t>
          </a:r>
        </a:p>
      </dsp:txBody>
      <dsp:txXfrm>
        <a:off x="876386" y="3795661"/>
        <a:ext cx="5387253" cy="758776"/>
      </dsp:txXfrm>
    </dsp:sp>
    <dsp:sp modelId="{A8B742DC-D9A0-4E0E-BB35-756638FF5112}">
      <dsp:nvSpPr>
        <dsp:cNvPr id="0" name=""/>
        <dsp:cNvSpPr/>
      </dsp:nvSpPr>
      <dsp:spPr>
        <a:xfrm>
          <a:off x="0" y="4744131"/>
          <a:ext cx="6263640" cy="7587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65A0B-F271-449E-9DAC-9BF44983AB8B}">
      <dsp:nvSpPr>
        <dsp:cNvPr id="0" name=""/>
        <dsp:cNvSpPr/>
      </dsp:nvSpPr>
      <dsp:spPr>
        <a:xfrm>
          <a:off x="229529" y="4914855"/>
          <a:ext cx="417326" cy="41732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BD797-510E-4095-97C7-16B2966605A0}">
      <dsp:nvSpPr>
        <dsp:cNvPr id="0" name=""/>
        <dsp:cNvSpPr/>
      </dsp:nvSpPr>
      <dsp:spPr>
        <a:xfrm>
          <a:off x="876386" y="4744131"/>
          <a:ext cx="5387253" cy="758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04" tIns="80304" rIns="80304" bIns="803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Ransom. </a:t>
          </a:r>
        </a:p>
      </dsp:txBody>
      <dsp:txXfrm>
        <a:off x="876386" y="4744131"/>
        <a:ext cx="5387253" cy="7587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39B6F-9710-4D4B-932A-60149E064CF9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ED14B-A264-0C4A-B270-98F93D079B6F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 Multi Factor Authentication. </a:t>
          </a:r>
        </a:p>
      </dsp:txBody>
      <dsp:txXfrm>
        <a:off x="0" y="675"/>
        <a:ext cx="6900512" cy="1106957"/>
      </dsp:txXfrm>
    </dsp:sp>
    <dsp:sp modelId="{DF39369A-A3AF-204F-BACC-3BEF5A082ECB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DF728-AF7F-2D46-89AB-22BCDA48204E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Weak and reused passwords. </a:t>
          </a:r>
        </a:p>
      </dsp:txBody>
      <dsp:txXfrm>
        <a:off x="0" y="1107633"/>
        <a:ext cx="6900512" cy="1106957"/>
      </dsp:txXfrm>
    </dsp:sp>
    <dsp:sp modelId="{E1F0FB6C-739A-5B40-A2C4-07D57B83557D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8A03D-FD15-9F4C-8636-0D102D70475B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Poor monitoring. </a:t>
          </a:r>
        </a:p>
      </dsp:txBody>
      <dsp:txXfrm>
        <a:off x="0" y="2214591"/>
        <a:ext cx="6900512" cy="1106957"/>
      </dsp:txXfrm>
    </dsp:sp>
    <dsp:sp modelId="{C26205BE-94ED-8149-B8C3-EC6A130AAE79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6DBBE-DB17-D94D-AE66-5D65509EE7BE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 Network segmentation. </a:t>
          </a:r>
        </a:p>
      </dsp:txBody>
      <dsp:txXfrm>
        <a:off x="0" y="3321549"/>
        <a:ext cx="6900512" cy="1106957"/>
      </dsp:txXfrm>
    </dsp:sp>
    <dsp:sp modelId="{A6C7D0A2-B97B-1540-871C-F8CE1DDF548B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76F6D-0219-D34A-BC5C-0501064C5E20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Reactive Response. </a:t>
          </a:r>
        </a:p>
      </dsp:txBody>
      <dsp:txXfrm>
        <a:off x="0" y="4428507"/>
        <a:ext cx="6900512" cy="11069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57D10-7ACD-4F81-8B45-EDA8A920EA33}">
      <dsp:nvSpPr>
        <dsp:cNvPr id="0" name=""/>
        <dsp:cNvSpPr/>
      </dsp:nvSpPr>
      <dsp:spPr>
        <a:xfrm>
          <a:off x="0" y="1783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D85F7-B90B-4148-AB8A-2D6640E39828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232B0-8D0E-4DC5-9182-8C067EF3B1E7}">
      <dsp:nvSpPr>
        <dsp:cNvPr id="0" name=""/>
        <dsp:cNvSpPr/>
      </dsp:nvSpPr>
      <dsp:spPr>
        <a:xfrm>
          <a:off x="877842" y="1783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5-day shutdown. </a:t>
          </a:r>
        </a:p>
      </dsp:txBody>
      <dsp:txXfrm>
        <a:off x="877842" y="1783"/>
        <a:ext cx="5486381" cy="760036"/>
      </dsp:txXfrm>
    </dsp:sp>
    <dsp:sp modelId="{5D8883BA-A5E9-4FA2-B2A0-295A43481DC6}">
      <dsp:nvSpPr>
        <dsp:cNvPr id="0" name=""/>
        <dsp:cNvSpPr/>
      </dsp:nvSpPr>
      <dsp:spPr>
        <a:xfrm>
          <a:off x="0" y="951829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BD533-7131-48FF-93BE-F0327AF88EF2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1B680-3AFA-48AA-B99F-41486C2B647A}">
      <dsp:nvSpPr>
        <dsp:cNvPr id="0" name=""/>
        <dsp:cNvSpPr/>
      </dsp:nvSpPr>
      <dsp:spPr>
        <a:xfrm>
          <a:off x="877842" y="951829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Fuel shortages. </a:t>
          </a:r>
        </a:p>
      </dsp:txBody>
      <dsp:txXfrm>
        <a:off x="877842" y="951829"/>
        <a:ext cx="5486381" cy="760036"/>
      </dsp:txXfrm>
    </dsp:sp>
    <dsp:sp modelId="{A949B8D3-E300-4F0B-BB7C-4A5F4511340A}">
      <dsp:nvSpPr>
        <dsp:cNvPr id="0" name=""/>
        <dsp:cNvSpPr/>
      </dsp:nvSpPr>
      <dsp:spPr>
        <a:xfrm>
          <a:off x="0" y="1901874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BBA040-E0EC-4CA4-A86D-4AA3989BE7F8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1DE9B-E944-4968-AF7D-2F05BB9E38FB}">
      <dsp:nvSpPr>
        <dsp:cNvPr id="0" name=""/>
        <dsp:cNvSpPr/>
      </dsp:nvSpPr>
      <dsp:spPr>
        <a:xfrm>
          <a:off x="877842" y="1901874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Panic buying. </a:t>
          </a:r>
        </a:p>
      </dsp:txBody>
      <dsp:txXfrm>
        <a:off x="877842" y="1901874"/>
        <a:ext cx="5486381" cy="760036"/>
      </dsp:txXfrm>
    </dsp:sp>
    <dsp:sp modelId="{6DB9C4B0-1342-4011-BC28-DBB9685DB719}">
      <dsp:nvSpPr>
        <dsp:cNvPr id="0" name=""/>
        <dsp:cNvSpPr/>
      </dsp:nvSpPr>
      <dsp:spPr>
        <a:xfrm>
          <a:off x="0" y="2851920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D46B6-31D7-4848-981C-A187AFE33469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98883C-AF9F-40C9-849F-59151E2DDEE6}">
      <dsp:nvSpPr>
        <dsp:cNvPr id="0" name=""/>
        <dsp:cNvSpPr/>
      </dsp:nvSpPr>
      <dsp:spPr>
        <a:xfrm>
          <a:off x="877842" y="2851920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Long queues. </a:t>
          </a:r>
        </a:p>
      </dsp:txBody>
      <dsp:txXfrm>
        <a:off x="877842" y="2851920"/>
        <a:ext cx="5486381" cy="760036"/>
      </dsp:txXfrm>
    </dsp:sp>
    <dsp:sp modelId="{713137DC-E105-42A4-8AA8-1069F7E43051}">
      <dsp:nvSpPr>
        <dsp:cNvPr id="0" name=""/>
        <dsp:cNvSpPr/>
      </dsp:nvSpPr>
      <dsp:spPr>
        <a:xfrm>
          <a:off x="0" y="3801966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C45C2D-AFA8-4456-8264-38A25AF2B3C6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63428-18C2-45E7-920E-DC3249AC46A2}">
      <dsp:nvSpPr>
        <dsp:cNvPr id="0" name=""/>
        <dsp:cNvSpPr/>
      </dsp:nvSpPr>
      <dsp:spPr>
        <a:xfrm>
          <a:off x="877842" y="3801966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Fuel price increases. </a:t>
          </a:r>
        </a:p>
      </dsp:txBody>
      <dsp:txXfrm>
        <a:off x="877842" y="3801966"/>
        <a:ext cx="5486381" cy="760036"/>
      </dsp:txXfrm>
    </dsp:sp>
    <dsp:sp modelId="{472AE6C1-5B95-40E9-9E31-FE21F0EBD073}">
      <dsp:nvSpPr>
        <dsp:cNvPr id="0" name=""/>
        <dsp:cNvSpPr/>
      </dsp:nvSpPr>
      <dsp:spPr>
        <a:xfrm>
          <a:off x="0" y="4752011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5284E0-672E-49FB-B0DD-057208FF88F7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22907-34CE-4A83-B4D7-64BBDFAFAACA}">
      <dsp:nvSpPr>
        <dsp:cNvPr id="0" name=""/>
        <dsp:cNvSpPr/>
      </dsp:nvSpPr>
      <dsp:spPr>
        <a:xfrm>
          <a:off x="877842" y="4752011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Logistics and Aviation operational disruptions. </a:t>
          </a:r>
        </a:p>
      </dsp:txBody>
      <dsp:txXfrm>
        <a:off x="877842" y="4752011"/>
        <a:ext cx="5486381" cy="7600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67C9F-6FDA-47AF-9314-778A819B013D}">
      <dsp:nvSpPr>
        <dsp:cNvPr id="0" name=""/>
        <dsp:cNvSpPr/>
      </dsp:nvSpPr>
      <dsp:spPr>
        <a:xfrm>
          <a:off x="421398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8625E-7790-4A5D-BF10-6684B8849C37}">
      <dsp:nvSpPr>
        <dsp:cNvPr id="0" name=""/>
        <dsp:cNvSpPr/>
      </dsp:nvSpPr>
      <dsp:spPr>
        <a:xfrm>
          <a:off x="84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Ransom paid in Bitcoin. </a:t>
          </a:r>
        </a:p>
      </dsp:txBody>
      <dsp:txXfrm>
        <a:off x="841" y="2344441"/>
        <a:ext cx="1529296" cy="611718"/>
      </dsp:txXfrm>
    </dsp:sp>
    <dsp:sp modelId="{E9EE580D-FA0F-400C-ACBC-C8F9B39C89DC}">
      <dsp:nvSpPr>
        <dsp:cNvPr id="0" name=""/>
        <dsp:cNvSpPr/>
      </dsp:nvSpPr>
      <dsp:spPr>
        <a:xfrm>
          <a:off x="2218322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2FBA6F-1286-4285-8D75-CA8081979169}">
      <dsp:nvSpPr>
        <dsp:cNvPr id="0" name=""/>
        <dsp:cNvSpPr/>
      </dsp:nvSpPr>
      <dsp:spPr>
        <a:xfrm>
          <a:off x="1797765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Organization paid 75 BTC </a:t>
          </a:r>
          <a:r>
            <a:rPr lang="en-IN" sz="1100" kern="1200"/>
            <a:t> ≈ $4.4 million. </a:t>
          </a:r>
          <a:endParaRPr lang="en-US" sz="1100" kern="1200"/>
        </a:p>
      </dsp:txBody>
      <dsp:txXfrm>
        <a:off x="1797765" y="2344441"/>
        <a:ext cx="1529296" cy="611718"/>
      </dsp:txXfrm>
    </dsp:sp>
    <dsp:sp modelId="{D04E20F2-13CB-42A2-928A-C8C248EBB386}">
      <dsp:nvSpPr>
        <dsp:cNvPr id="0" name=""/>
        <dsp:cNvSpPr/>
      </dsp:nvSpPr>
      <dsp:spPr>
        <a:xfrm>
          <a:off x="4015246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35BEE-930D-433C-B182-3A3D4C9AAF4D}">
      <dsp:nvSpPr>
        <dsp:cNvPr id="0" name=""/>
        <dsp:cNvSpPr/>
      </dsp:nvSpPr>
      <dsp:spPr>
        <a:xfrm>
          <a:off x="3594689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~64 BTC recovered. </a:t>
          </a:r>
          <a:endParaRPr lang="en-US" sz="1100" kern="1200"/>
        </a:p>
      </dsp:txBody>
      <dsp:txXfrm>
        <a:off x="3594689" y="2344441"/>
        <a:ext cx="1529296" cy="611718"/>
      </dsp:txXfrm>
    </dsp:sp>
    <dsp:sp modelId="{5625055C-7A91-4473-80C1-3D4FFFC32817}">
      <dsp:nvSpPr>
        <dsp:cNvPr id="0" name=""/>
        <dsp:cNvSpPr/>
      </dsp:nvSpPr>
      <dsp:spPr>
        <a:xfrm>
          <a:off x="5812170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8EBCE-B71A-4026-A2DD-9040917215B7}">
      <dsp:nvSpPr>
        <dsp:cNvPr id="0" name=""/>
        <dsp:cNvSpPr/>
      </dsp:nvSpPr>
      <dsp:spPr>
        <a:xfrm>
          <a:off x="5391613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≈ $2.3 million seized. </a:t>
          </a:r>
          <a:endParaRPr lang="en-US" sz="1100" kern="1200"/>
        </a:p>
      </dsp:txBody>
      <dsp:txXfrm>
        <a:off x="5391613" y="2344441"/>
        <a:ext cx="1529296" cy="611718"/>
      </dsp:txXfrm>
    </dsp:sp>
    <dsp:sp modelId="{A43515B5-9EE6-4FE7-8223-202FFB1D8016}">
      <dsp:nvSpPr>
        <dsp:cNvPr id="0" name=""/>
        <dsp:cNvSpPr/>
      </dsp:nvSpPr>
      <dsp:spPr>
        <a:xfrm>
          <a:off x="7609093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4730F-799A-4E3A-B9DB-42D4EC2437AB}">
      <dsp:nvSpPr>
        <dsp:cNvPr id="0" name=""/>
        <dsp:cNvSpPr/>
      </dsp:nvSpPr>
      <dsp:spPr>
        <a:xfrm>
          <a:off x="7188537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Recovered by U.S. Department of Justice &amp; Federal Bureau of Investigation. </a:t>
          </a:r>
          <a:endParaRPr lang="en-US" sz="1100" kern="1200"/>
        </a:p>
      </dsp:txBody>
      <dsp:txXfrm>
        <a:off x="7188537" y="2344441"/>
        <a:ext cx="1529296" cy="611718"/>
      </dsp:txXfrm>
    </dsp:sp>
    <dsp:sp modelId="{0AB2216D-F901-4319-A9F2-2BA9FB335266}">
      <dsp:nvSpPr>
        <dsp:cNvPr id="0" name=""/>
        <dsp:cNvSpPr/>
      </dsp:nvSpPr>
      <dsp:spPr>
        <a:xfrm>
          <a:off x="9406017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1E960-C395-40FF-B744-30993F171504}">
      <dsp:nvSpPr>
        <dsp:cNvPr id="0" name=""/>
        <dsp:cNvSpPr/>
      </dsp:nvSpPr>
      <dsp:spPr>
        <a:xfrm>
          <a:off x="898546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Total losses like operation resurrection and others exceeded the ransom cost.  </a:t>
          </a:r>
        </a:p>
      </dsp:txBody>
      <dsp:txXfrm>
        <a:off x="8985461" y="2344441"/>
        <a:ext cx="1529296" cy="611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5D7BF-4A9A-FB4B-B6EC-C119D48F2BAA}">
      <dsp:nvSpPr>
        <dsp:cNvPr id="0" name=""/>
        <dsp:cNvSpPr/>
      </dsp:nvSpPr>
      <dsp:spPr>
        <a:xfrm>
          <a:off x="6563" y="613720"/>
          <a:ext cx="2051635" cy="24619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0" rIns="20265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Enforce MFA for all remote access. </a:t>
          </a:r>
        </a:p>
      </dsp:txBody>
      <dsp:txXfrm>
        <a:off x="6563" y="1598506"/>
        <a:ext cx="2051635" cy="1477177"/>
      </dsp:txXfrm>
    </dsp:sp>
    <dsp:sp modelId="{892744AF-7562-4640-A552-F18CC228BB65}">
      <dsp:nvSpPr>
        <dsp:cNvPr id="0" name=""/>
        <dsp:cNvSpPr/>
      </dsp:nvSpPr>
      <dsp:spPr>
        <a:xfrm>
          <a:off x="6563" y="613720"/>
          <a:ext cx="2051635" cy="98478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165100" rIns="202656" bIns="16510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01</a:t>
          </a:r>
        </a:p>
      </dsp:txBody>
      <dsp:txXfrm>
        <a:off x="6563" y="613720"/>
        <a:ext cx="2051635" cy="984785"/>
      </dsp:txXfrm>
    </dsp:sp>
    <dsp:sp modelId="{56762D14-FCB7-2F45-895C-AAC090B2F48D}">
      <dsp:nvSpPr>
        <dsp:cNvPr id="0" name=""/>
        <dsp:cNvSpPr/>
      </dsp:nvSpPr>
      <dsp:spPr>
        <a:xfrm>
          <a:off x="2222329" y="613720"/>
          <a:ext cx="2051635" cy="24619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0" rIns="20265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 strong password and access policies. </a:t>
          </a:r>
        </a:p>
      </dsp:txBody>
      <dsp:txXfrm>
        <a:off x="2222329" y="1598506"/>
        <a:ext cx="2051635" cy="1477177"/>
      </dsp:txXfrm>
    </dsp:sp>
    <dsp:sp modelId="{EA59F3E4-01DA-804E-8766-EF48D6DD5497}">
      <dsp:nvSpPr>
        <dsp:cNvPr id="0" name=""/>
        <dsp:cNvSpPr/>
      </dsp:nvSpPr>
      <dsp:spPr>
        <a:xfrm>
          <a:off x="2222329" y="613720"/>
          <a:ext cx="2051635" cy="98478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165100" rIns="202656" bIns="16510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02</a:t>
          </a:r>
        </a:p>
      </dsp:txBody>
      <dsp:txXfrm>
        <a:off x="2222329" y="613720"/>
        <a:ext cx="2051635" cy="984785"/>
      </dsp:txXfrm>
    </dsp:sp>
    <dsp:sp modelId="{29A76FDD-3757-E84E-A9E7-B62F2A4A9D53}">
      <dsp:nvSpPr>
        <dsp:cNvPr id="0" name=""/>
        <dsp:cNvSpPr/>
      </dsp:nvSpPr>
      <dsp:spPr>
        <a:xfrm>
          <a:off x="4438096" y="613720"/>
          <a:ext cx="2051635" cy="24619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0" rIns="20265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 network segmentation and monitoring. </a:t>
          </a:r>
        </a:p>
      </dsp:txBody>
      <dsp:txXfrm>
        <a:off x="4438096" y="1598506"/>
        <a:ext cx="2051635" cy="1477177"/>
      </dsp:txXfrm>
    </dsp:sp>
    <dsp:sp modelId="{F1296654-1D91-0042-A841-DB1771063034}">
      <dsp:nvSpPr>
        <dsp:cNvPr id="0" name=""/>
        <dsp:cNvSpPr/>
      </dsp:nvSpPr>
      <dsp:spPr>
        <a:xfrm>
          <a:off x="4438096" y="613720"/>
          <a:ext cx="2051635" cy="98478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165100" rIns="202656" bIns="16510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03</a:t>
          </a:r>
        </a:p>
      </dsp:txBody>
      <dsp:txXfrm>
        <a:off x="4438096" y="613720"/>
        <a:ext cx="2051635" cy="984785"/>
      </dsp:txXfrm>
    </dsp:sp>
    <dsp:sp modelId="{FFD46405-51D8-7443-9BC6-5FD19443F357}">
      <dsp:nvSpPr>
        <dsp:cNvPr id="0" name=""/>
        <dsp:cNvSpPr/>
      </dsp:nvSpPr>
      <dsp:spPr>
        <a:xfrm>
          <a:off x="6653863" y="613720"/>
          <a:ext cx="2051635" cy="24619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0" rIns="20265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Develop faster detection and incident response plans. </a:t>
          </a:r>
        </a:p>
      </dsp:txBody>
      <dsp:txXfrm>
        <a:off x="6653863" y="1598506"/>
        <a:ext cx="2051635" cy="1477177"/>
      </dsp:txXfrm>
    </dsp:sp>
    <dsp:sp modelId="{14020458-0BE3-8E42-A0DD-F0162336BC14}">
      <dsp:nvSpPr>
        <dsp:cNvPr id="0" name=""/>
        <dsp:cNvSpPr/>
      </dsp:nvSpPr>
      <dsp:spPr>
        <a:xfrm>
          <a:off x="6653863" y="613720"/>
          <a:ext cx="2051635" cy="98478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165100" rIns="202656" bIns="16510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04</a:t>
          </a:r>
        </a:p>
      </dsp:txBody>
      <dsp:txXfrm>
        <a:off x="6653863" y="613720"/>
        <a:ext cx="2051635" cy="984785"/>
      </dsp:txXfrm>
    </dsp:sp>
    <dsp:sp modelId="{96448CE7-78D1-6B42-B727-6A8E80520687}">
      <dsp:nvSpPr>
        <dsp:cNvPr id="0" name=""/>
        <dsp:cNvSpPr/>
      </dsp:nvSpPr>
      <dsp:spPr>
        <a:xfrm>
          <a:off x="8869630" y="613720"/>
          <a:ext cx="2051635" cy="246196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0" rIns="20265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 simulations and testing to improve preparedness. </a:t>
          </a:r>
        </a:p>
      </dsp:txBody>
      <dsp:txXfrm>
        <a:off x="8869630" y="1598506"/>
        <a:ext cx="2051635" cy="1477177"/>
      </dsp:txXfrm>
    </dsp:sp>
    <dsp:sp modelId="{35F3AC35-4B8D-844D-A89F-4DFE2AF17104}">
      <dsp:nvSpPr>
        <dsp:cNvPr id="0" name=""/>
        <dsp:cNvSpPr/>
      </dsp:nvSpPr>
      <dsp:spPr>
        <a:xfrm>
          <a:off x="8869630" y="613720"/>
          <a:ext cx="2051635" cy="98478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56" tIns="165100" rIns="202656" bIns="16510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05</a:t>
          </a:r>
        </a:p>
      </dsp:txBody>
      <dsp:txXfrm>
        <a:off x="8869630" y="613720"/>
        <a:ext cx="2051635" cy="9847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F62A1-3F12-617A-EB91-1193D94BB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C1CDD-E44F-C389-E978-38AAF0C98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07425-FE60-F40F-E132-E0B588749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C1EDF-90F9-47A6-5F4E-086B2492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994CC-A794-3EFA-2C66-F52F9555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1AEA-0E4A-82D0-D2F5-7A85F036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FC932-8AC7-C5BE-9518-960BE9541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83658-6430-FED0-8703-D54A837A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7893E-2FDF-12C7-0B3E-FE267F26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6A303-2395-6517-E46C-BA48DF34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4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2E80-5DAE-4297-5F0E-CFB01D37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29ED6-91C3-5D62-1B11-19E22FBD4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58833-78D5-8A5F-4002-2720BA6F9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2AC64-521F-882B-4C0B-68A1C28B1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4A1B-8B8E-B753-7E88-CAD9542C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3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42C8-B5D0-1B73-CD3C-2CEAC507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C1BA1-7ECD-0DCC-F8C8-7AA254D86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CA978-156C-081F-7149-5B4292F9D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8CAAF-3548-EBF7-35A3-1C91604A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F47C4-550F-2A67-1B9F-BE266F356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1C46D-D715-2D10-4D94-E4A7CB5D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5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5F915-3D33-B230-540C-67F67F390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68340-1136-5A40-4BA2-72C021946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ED461-2B34-95AC-106B-A4C5926EF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3E4FD-EB99-67A9-1922-473702753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7E86C-59CE-1308-85FA-D0949B95E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F4ACE8-6B11-113E-A537-2450DC976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A73CA0-5B42-2B4B-CFDC-67E4CF268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B7B93-BDA1-F2B0-24EF-30C08853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6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1BE63-3173-885E-E80A-5B0E2708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237D04-A890-D703-9F5B-746049E6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E95D9-8663-8DF2-E0F5-E8BA00AD2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79249-5D86-E0EF-698B-62F52EFB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55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BF193-4C6B-8BC9-7DAF-3D779D2F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87C860-AB8D-4530-9CA6-CBACCE871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B6B3E-A36F-3A12-0448-F21B5CAC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7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1F37-CC34-E9DE-7890-AF8EE5F9C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A19FC-D0F8-E43C-0A31-9D8DA7BF5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707E9-E1C8-B35A-F84E-BDF4A2405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A7FD3-4196-032E-38B6-381B2702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3DE5E-3839-93DF-08BF-2F1DFDC0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F793A-AE6B-D445-26AE-3B87F6A8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24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6960-B4DF-2820-56DB-81EE63BDA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411C16-C480-F43E-EA14-026C4802A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DF0B9-E211-3A8A-18EC-A0690A42D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5EF98-B724-5D75-D095-8923EF55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5558E-3140-E40E-8774-0C07E3AF7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1A76-CE2F-A8EF-653D-D5C960B5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7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AEB7-CFE2-A558-3344-F87F6981E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D8180-AFB0-B9C4-5449-22432668A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EC7F1-620B-BAE0-23AE-FFB37C30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02FAC-3652-0B3B-A9F3-F435CD06F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FD0D5-0A1B-FC1B-DE3D-98116D0E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1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6676FE-0734-25FA-7944-D9DF874FC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409F7-BF96-4AE3-1D92-509763FD1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0EE37-DAD8-18FA-82F1-76504CE2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AA2D8-5BFC-2D49-2D47-F9BD92DB4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CC92E-3833-9584-BB2B-A6BFDD678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4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9771B5-2D33-234C-6121-D38AEC47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84C9-032A-B126-6725-8FEBB83E3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E07D-0D80-BC0C-7237-6364A1B26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C4172-6211-954E-8E19-26B60E0BFD9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5A697-5350-B3CE-313B-AC76FB7EE5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36598-FCF4-AF9D-4A37-FF6E50C83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6F726-F647-8F40-83E6-2282B40AD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64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JM5zG9XhZ8?si=2qMxdssfxwpN4mSL" TargetMode="External"/><Relationship Id="rId2" Type="http://schemas.openxmlformats.org/officeDocument/2006/relationships/hyperlink" Target="https://youtu.be/wYKXn8Gfpi8?si=Ff6OfOb0xYSahEK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ustice.gov/archives/opa/pr/department-justice-seizes-23-million-cryptocurrency-paid-ransomware-extortionists-darkside" TargetMode="External"/><Relationship Id="rId5" Type="http://schemas.openxmlformats.org/officeDocument/2006/relationships/hyperlink" Target="https://coverlink.com/case-study/cyber-case-study-colonial-pipeline-ransomware-attack/" TargetMode="External"/><Relationship Id="rId4" Type="http://schemas.openxmlformats.org/officeDocument/2006/relationships/hyperlink" Target="https://www.cisa.gov/news-events/news/attack-colonial-pipeline-what-weve-learned-what-weve-done-over-past-two-yea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67C9C-0DA9-C87A-15D4-A142F5CC9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2" descr="A logo with blue text&#10;&#10;AI-generated content may be incorrect.">
            <a:extLst>
              <a:ext uri="{FF2B5EF4-FFF2-40B4-BE49-F238E27FC236}">
                <a16:creationId xmlns:a16="http://schemas.microsoft.com/office/drawing/2014/main" id="{7DEB7D3B-9D3E-1788-3919-0FD1FD835A7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4969" y="269960"/>
            <a:ext cx="1419497" cy="1053737"/>
          </a:xfrm>
          <a:prstGeom prst="rect">
            <a:avLst/>
          </a:prstGeom>
        </p:spPr>
      </p:pic>
      <p:sp>
        <p:nvSpPr>
          <p:cNvPr id="12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5145C-C650-219B-94DF-8DD3B36C35CD}"/>
              </a:ext>
            </a:extLst>
          </p:cNvPr>
          <p:cNvSpPr txBox="1"/>
          <p:nvPr/>
        </p:nvSpPr>
        <p:spPr>
          <a:xfrm>
            <a:off x="451757" y="365760"/>
            <a:ext cx="10748491" cy="6019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Continuous Assessment - 1</a:t>
            </a:r>
            <a:endParaRPr lang="en-IN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Colonial Pipeline Ransomware Attack (May 2021)</a:t>
            </a:r>
            <a:endParaRPr lang="en-IN" sz="2000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u="none" strike="noStrike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u="none" strike="noStrike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Team Members:</a:t>
            </a:r>
            <a:endParaRPr lang="en-IN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1) Karnishwar R – 20086868</a:t>
            </a:r>
            <a:endParaRPr lang="en-IN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2) Anandha Krishnan S – 20055947</a:t>
            </a:r>
            <a:endParaRPr lang="en-IN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3) Sanu Mathew – 20075856</a:t>
            </a:r>
            <a:endParaRPr lang="en-IN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Module Title and Code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ORGANISATIONAL AND SOCIETAL CYBERSECURITY (B9CY106)</a:t>
            </a:r>
          </a:p>
          <a:p>
            <a:pPr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Module Instructor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Alexander Victor</a:t>
            </a:r>
          </a:p>
        </p:txBody>
      </p:sp>
    </p:spTree>
    <p:extLst>
      <p:ext uri="{BB962C8B-B14F-4D97-AF65-F5344CB8AC3E}">
        <p14:creationId xmlns:p14="http://schemas.microsoft.com/office/powerpoint/2010/main" val="283906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DCEA7-1F0F-E240-2BB3-810D5F91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11D9A-5870-55A5-2B6C-EE85B3510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cs typeface="Times New Roman" panose="02020603050405020304" pitchFamily="18" charset="0"/>
              </a:rPr>
              <a:t>About Colonial Pipeline 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CE6CA-BE38-952A-146E-A9116F7B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Fuel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 Operator in US.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Supplies 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~45%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East Coast Fuel.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National Infrastructure.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Disruption affects millions. </a:t>
            </a:r>
          </a:p>
          <a:p>
            <a:endParaRPr lang="en-US" sz="2200" dirty="0"/>
          </a:p>
        </p:txBody>
      </p:sp>
      <p:pic>
        <p:nvPicPr>
          <p:cNvPr id="4" name="Picture 3" descr="A map of the united states with a pipeline system&#10;&#10;AI-generated content may be incorrect.">
            <a:extLst>
              <a:ext uri="{FF2B5EF4-FFF2-40B4-BE49-F238E27FC236}">
                <a16:creationId xmlns:a16="http://schemas.microsoft.com/office/drawing/2014/main" id="{98BEB12D-53CE-52B4-7E16-1E7105910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045" y="640080"/>
            <a:ext cx="6886222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3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4C93C-6863-46A0-B43B-6B25BA974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2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5D0179-927F-7B36-328D-3E3DDE6AA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Overview</a:t>
            </a:r>
          </a:p>
        </p:txBody>
      </p:sp>
      <p:graphicFrame>
        <p:nvGraphicFramePr>
          <p:cNvPr id="102" name="Content Placeholder 4">
            <a:extLst>
              <a:ext uri="{FF2B5EF4-FFF2-40B4-BE49-F238E27FC236}">
                <a16:creationId xmlns:a16="http://schemas.microsoft.com/office/drawing/2014/main" id="{63EA6906-2334-1E8D-657F-CDA65C35E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5886156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6772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C186F2-2810-039F-3707-B24C9C82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EB85B-8DFA-F901-931E-2FDC555BD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Attack Timeline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DF921C-9D07-3423-4F6D-89BF55692C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860908"/>
              </p:ext>
            </p:extLst>
          </p:nvPr>
        </p:nvGraphicFramePr>
        <p:xfrm>
          <a:off x="644055" y="2273574"/>
          <a:ext cx="10886093" cy="43362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20336">
                  <a:extLst>
                    <a:ext uri="{9D8B030D-6E8A-4147-A177-3AD203B41FA5}">
                      <a16:colId xmlns:a16="http://schemas.microsoft.com/office/drawing/2014/main" val="3471087409"/>
                    </a:ext>
                  </a:extLst>
                </a:gridCol>
                <a:gridCol w="8065757">
                  <a:extLst>
                    <a:ext uri="{9D8B030D-6E8A-4147-A177-3AD203B41FA5}">
                      <a16:colId xmlns:a16="http://schemas.microsoft.com/office/drawing/2014/main" val="1459267319"/>
                    </a:ext>
                  </a:extLst>
                </a:gridCol>
              </a:tblGrid>
              <a:tr h="3341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Attack Dates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Explanation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extLst>
                  <a:ext uri="{0D108BD9-81ED-4DB2-BD59-A6C34878D82A}">
                    <a16:rowId xmlns:a16="http://schemas.microsoft.com/office/drawing/2014/main" val="60091821"/>
                  </a:ext>
                </a:extLst>
              </a:tr>
              <a:tr h="6667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April 29</a:t>
                      </a:r>
                    </a:p>
                  </a:txBody>
                  <a:tcPr marL="77738" marR="777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Hackers</a:t>
                      </a:r>
                      <a:r>
                        <a:rPr lang="en-IN" sz="1400" kern="100" baseline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got the initial access to the details from Dark Web leaks. 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extLst>
                  <a:ext uri="{0D108BD9-81ED-4DB2-BD59-A6C34878D82A}">
                    <a16:rowId xmlns:a16="http://schemas.microsoft.com/office/drawing/2014/main" val="3864709317"/>
                  </a:ext>
                </a:extLst>
              </a:tr>
              <a:tr h="6667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May 6, 2021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Eastern European Attackers from hacking group DarkSide stole approximately 100GB of company’s data.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extLst>
                  <a:ext uri="{0D108BD9-81ED-4DB2-BD59-A6C34878D82A}">
                    <a16:rowId xmlns:a16="http://schemas.microsoft.com/office/drawing/2014/main" val="931086726"/>
                  </a:ext>
                </a:extLst>
              </a:tr>
              <a:tr h="6667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May 7, 2021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Ransomware was deployed across the company’s IT systems, data was encrypted and operations were disrupted.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extLst>
                  <a:ext uri="{0D108BD9-81ED-4DB2-BD59-A6C34878D82A}">
                    <a16:rowId xmlns:a16="http://schemas.microsoft.com/office/drawing/2014/main" val="4220274192"/>
                  </a:ext>
                </a:extLst>
              </a:tr>
              <a:tr h="3341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May 7, 2021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Operations were shut down by the organization after they detected the attack.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extLst>
                  <a:ext uri="{0D108BD9-81ED-4DB2-BD59-A6C34878D82A}">
                    <a16:rowId xmlns:a16="http://schemas.microsoft.com/office/drawing/2014/main" val="899514165"/>
                  </a:ext>
                </a:extLst>
              </a:tr>
              <a:tr h="6667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May 9, 2021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Regional emergency was declared by U.S. government to help manage fuel supply disruptions caused by the outage.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extLst>
                  <a:ext uri="{0D108BD9-81ED-4DB2-BD59-A6C34878D82A}">
                    <a16:rowId xmlns:a16="http://schemas.microsoft.com/office/drawing/2014/main" val="1301797425"/>
                  </a:ext>
                </a:extLst>
              </a:tr>
              <a:tr h="3341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May 12, 2021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Operations were restored approximately after 5 days from shutdown.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extLst>
                  <a:ext uri="{0D108BD9-81ED-4DB2-BD59-A6C34878D82A}">
                    <a16:rowId xmlns:a16="http://schemas.microsoft.com/office/drawing/2014/main" val="1617402148"/>
                  </a:ext>
                </a:extLst>
              </a:tr>
              <a:tr h="6667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June 7, 2021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U.S. Department of Justice reported it had recovered most of the ransom payment in Bitcoin. (approx. 64 BTC out of 75 BTC) nearly $2.3 million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738" marR="77738" marT="0" marB="0"/>
                </a:tc>
                <a:extLst>
                  <a:ext uri="{0D108BD9-81ED-4DB2-BD59-A6C34878D82A}">
                    <a16:rowId xmlns:a16="http://schemas.microsoft.com/office/drawing/2014/main" val="4232479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705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D04F5-B164-B943-87C1-17749B162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0DA028-F9AF-70F2-D6BB-5348FA31E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 dirty="0"/>
              <a:t>Technical Attack Chain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311D242E-A3A1-F272-1EBB-A4AF0B5A98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1426300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2183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EC3CE-164F-E110-076E-ED0B51D6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5953C-DBBD-35C8-6B1C-AA1D442F9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MITRE ATT&amp;CK</a:t>
            </a:r>
            <a:r>
              <a:rPr lang="en-US" b="1" dirty="0"/>
              <a:t> X </a:t>
            </a:r>
            <a:r>
              <a:rPr lang="en-US" dirty="0"/>
              <a:t>COLONIAL PIPELINE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B6D9DA-D540-B80F-C9D3-383865EE3A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0094306"/>
              </p:ext>
            </p:extLst>
          </p:nvPr>
        </p:nvGraphicFramePr>
        <p:xfrm>
          <a:off x="1355149" y="1926266"/>
          <a:ext cx="9481703" cy="4357526"/>
        </p:xfrm>
        <a:graphic>
          <a:graphicData uri="http://schemas.openxmlformats.org/drawingml/2006/table">
            <a:tbl>
              <a:tblPr firstRow="1" firstCol="1" bandRow="1"/>
              <a:tblGrid>
                <a:gridCol w="3078458">
                  <a:extLst>
                    <a:ext uri="{9D8B030D-6E8A-4147-A177-3AD203B41FA5}">
                      <a16:colId xmlns:a16="http://schemas.microsoft.com/office/drawing/2014/main" val="3403129800"/>
                    </a:ext>
                  </a:extLst>
                </a:gridCol>
                <a:gridCol w="3269375">
                  <a:extLst>
                    <a:ext uri="{9D8B030D-6E8A-4147-A177-3AD203B41FA5}">
                      <a16:colId xmlns:a16="http://schemas.microsoft.com/office/drawing/2014/main" val="362287762"/>
                    </a:ext>
                  </a:extLst>
                </a:gridCol>
                <a:gridCol w="3133870">
                  <a:extLst>
                    <a:ext uri="{9D8B030D-6E8A-4147-A177-3AD203B41FA5}">
                      <a16:colId xmlns:a16="http://schemas.microsoft.com/office/drawing/2014/main" val="3789961122"/>
                    </a:ext>
                  </a:extLst>
                </a:gridCol>
              </a:tblGrid>
              <a:tr h="359036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841302"/>
                  </a:ext>
                </a:extLst>
              </a:tr>
              <a:tr h="666415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Initial Access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Valid Accounts (T1078)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Attackers logged in using stolen VPN credentials.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803360"/>
                  </a:ext>
                </a:extLst>
              </a:tr>
              <a:tr h="666415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Persistence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Remote Services (T1021)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VPN access allowed continued remote entry into network.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183516"/>
                  </a:ext>
                </a:extLst>
              </a:tr>
              <a:tr h="666415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Discovery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Network Discovery (T1046)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Attackers exploited internal systems to identify servers and weak points.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20970"/>
                  </a:ext>
                </a:extLst>
              </a:tr>
              <a:tr h="666415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Lateral Movement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Remote Services (T1021)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Movement between multiple systems sue to weak network segmentation.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953873"/>
                  </a:ext>
                </a:extLst>
              </a:tr>
              <a:tr h="666415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Exfiltration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 Staging (T1074)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Approximately 100GB of data was exported.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507566"/>
                  </a:ext>
                </a:extLst>
              </a:tr>
              <a:tr h="666415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 Encryption For Impact (T1486)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Ransomware encrypted files and disrupted business operations.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845" marR="76845" marT="1067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96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70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E346A-8CEE-2011-D88D-561011B9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3463C-4246-B202-AA58-79FD4FCD1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200"/>
              <a:t>Organizational Failures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674DD4-AEB5-BEDA-2A6C-984C4B5D5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30684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6269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0C2F4-B9F4-A1CB-C0C8-90506C0DD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5326E-2C4F-1F50-B311-402A11B2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Societal Impact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6FEFED-71C1-2375-507C-154B18FF40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845482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5491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50E22-78D3-43B1-EA7C-6DA1E46B4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B749-1E90-87C3-4978-A770E0A7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Financial Impact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71A9723-2D0F-A397-8F27-E85FDF4096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6814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ABDB7-9A2D-57A0-EAF9-CC9A9F72D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59D02-C85A-AF83-7FF1-8D04E575A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Simulation Approach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B0509-3431-19F9-97B0-8592DFCB9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We built a python breach simulator. </a:t>
            </a:r>
          </a:p>
          <a:p>
            <a:r>
              <a:rPr lang="en-US" sz="2200"/>
              <a:t>Simulates a 100GB data breach scenario. </a:t>
            </a:r>
          </a:p>
          <a:p>
            <a:r>
              <a:rPr lang="en-US" sz="2200"/>
              <a:t>Creates fake breach reports. </a:t>
            </a:r>
          </a:p>
          <a:p>
            <a:r>
              <a:rPr lang="en-US" sz="2200"/>
              <a:t>Classifies risks. </a:t>
            </a:r>
          </a:p>
          <a:p>
            <a:r>
              <a:rPr lang="en-US" sz="2200"/>
              <a:t>Estimates affected systems.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735B41-774C-B8A8-8D6A-940890359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225" y="640080"/>
            <a:ext cx="6485862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5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367EF-48C1-50B6-0132-237FFC86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34714-4E8B-61EF-AE01-1889B53D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3719F0E-1C63-5D38-58D9-AE14C9FD02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2540561"/>
              </p:ext>
            </p:extLst>
          </p:nvPr>
        </p:nvGraphicFramePr>
        <p:xfrm>
          <a:off x="632085" y="2518294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6694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2488F-4473-AC55-83DC-D26303362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References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0EDC1-8A08-C767-2D32-BAEBF7222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1014166" cy="425196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+mj-lt"/>
              </a:rPr>
              <a:t>1) </a:t>
            </a:r>
            <a:r>
              <a:rPr lang="en-IN" sz="2200" dirty="0">
                <a:latin typeface="+mj-lt"/>
              </a:rPr>
              <a:t>What is the Colonial Pipeline Hack? A Timeline of Events by</a:t>
            </a:r>
            <a:r>
              <a:rPr lang="en-IN" sz="2200" b="1" dirty="0">
                <a:latin typeface="+mj-lt"/>
              </a:rPr>
              <a:t> Eye on Tech - </a:t>
            </a:r>
            <a:r>
              <a:rPr lang="en-IN" sz="2200" b="1" u="sng" dirty="0">
                <a:latin typeface="+mj-lt"/>
                <a:hlinkClick r:id="rId2"/>
              </a:rPr>
              <a:t>Link</a:t>
            </a:r>
            <a:r>
              <a:rPr lang="en-IN" sz="2200" b="1" dirty="0">
                <a:latin typeface="+mj-lt"/>
              </a:rPr>
              <a:t> (YouTube Video)</a:t>
            </a:r>
            <a:endParaRPr lang="en-IN" sz="22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+mj-lt"/>
              </a:rPr>
              <a:t>2) How a cyber-attack crippled the Colonial Pipeline by </a:t>
            </a:r>
            <a:r>
              <a:rPr lang="en-IN" sz="2200" b="1" dirty="0">
                <a:latin typeface="+mj-lt"/>
              </a:rPr>
              <a:t>CNET - </a:t>
            </a:r>
            <a:r>
              <a:rPr lang="en-IN" sz="2200" b="1" u="sng" dirty="0">
                <a:latin typeface="+mj-lt"/>
                <a:hlinkClick r:id="rId3"/>
              </a:rPr>
              <a:t>link</a:t>
            </a:r>
            <a:r>
              <a:rPr lang="en-IN" sz="2200" b="1" dirty="0">
                <a:latin typeface="+mj-lt"/>
              </a:rPr>
              <a:t> (YouTube Video)</a:t>
            </a:r>
            <a:endParaRPr lang="en-IN" sz="22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+mj-lt"/>
              </a:rPr>
              <a:t>3) The Attack on Colonial Pipeline: What We’ve Learned &amp; What We’ve Done Over the Past Two Years by </a:t>
            </a:r>
            <a:r>
              <a:rPr lang="en-IN" sz="2200" b="1" dirty="0">
                <a:latin typeface="+mj-lt"/>
              </a:rPr>
              <a:t>America's Cyber Defence Agency (CISA – CYBERSECURITY &amp; INFRASTRUCTURE SECURITY AGENCY) -</a:t>
            </a:r>
            <a:r>
              <a:rPr lang="en-IN" sz="2200" b="1" u="sng" dirty="0">
                <a:latin typeface="+mj-lt"/>
                <a:hlinkClick r:id="rId4"/>
              </a:rPr>
              <a:t> Link</a:t>
            </a:r>
            <a:endParaRPr lang="en-IN" sz="22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+mj-lt"/>
              </a:rPr>
              <a:t>4) Cyber Case Study: Colonial Pipeline Ransomware Attack by </a:t>
            </a:r>
            <a:r>
              <a:rPr lang="en-IN" sz="2200" b="1" dirty="0">
                <a:latin typeface="+mj-lt"/>
              </a:rPr>
              <a:t>CoverLink Insurance - Ohio Insurance Agency - </a:t>
            </a:r>
            <a:r>
              <a:rPr lang="en-IN" sz="2200" b="1" u="sng" dirty="0">
                <a:latin typeface="+mj-lt"/>
                <a:hlinkClick r:id="rId5"/>
              </a:rPr>
              <a:t>Link</a:t>
            </a:r>
            <a:endParaRPr lang="en-IN" sz="22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+mj-lt"/>
              </a:rPr>
              <a:t>5) Department of Justice Seizes $2.3 Million in Cryptocurrency Paid to the Ransomware Extortionists Darkside by </a:t>
            </a:r>
            <a:r>
              <a:rPr lang="en-IN" sz="2200" b="1" dirty="0">
                <a:latin typeface="+mj-lt"/>
              </a:rPr>
              <a:t>U.S. DEPARTMENT OF JUSTICE - </a:t>
            </a:r>
            <a:r>
              <a:rPr lang="en-IN" sz="2200" b="1" u="sng" dirty="0">
                <a:latin typeface="+mj-lt"/>
                <a:hlinkClick r:id="rId6"/>
              </a:rPr>
              <a:t>Link</a:t>
            </a:r>
            <a:endParaRPr lang="en-IN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96DCC-7E4D-2B7B-0EDE-7E1156118559}"/>
              </a:ext>
            </a:extLst>
          </p:cNvPr>
          <p:cNvSpPr txBox="1"/>
          <p:nvPr/>
        </p:nvSpPr>
        <p:spPr>
          <a:xfrm>
            <a:off x="9588137" y="6426926"/>
            <a:ext cx="1306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Thank You. </a:t>
            </a:r>
          </a:p>
        </p:txBody>
      </p:sp>
    </p:spTree>
    <p:extLst>
      <p:ext uri="{BB962C8B-B14F-4D97-AF65-F5344CB8AC3E}">
        <p14:creationId xmlns:p14="http://schemas.microsoft.com/office/powerpoint/2010/main" val="3838223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696</Words>
  <Application>Microsoft Macintosh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About Colonial Pipeline </vt:lpstr>
      <vt:lpstr>Attack Overview</vt:lpstr>
      <vt:lpstr>Attack Timeline </vt:lpstr>
      <vt:lpstr>Technical Attack Chain</vt:lpstr>
      <vt:lpstr>MITRE ATT&amp;CK X COLONIAL PIPELINE</vt:lpstr>
      <vt:lpstr>Organizational Failures</vt:lpstr>
      <vt:lpstr>Societal Impact</vt:lpstr>
      <vt:lpstr>Financial Impact</vt:lpstr>
      <vt:lpstr>Simulation Approach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kv107@outlook.com</dc:creator>
  <cp:lastModifiedBy>kv107@outlook.com</cp:lastModifiedBy>
  <cp:revision>5</cp:revision>
  <dcterms:created xsi:type="dcterms:W3CDTF">2026-02-07T22:01:47Z</dcterms:created>
  <dcterms:modified xsi:type="dcterms:W3CDTF">2026-02-07T23:39:42Z</dcterms:modified>
</cp:coreProperties>
</file>